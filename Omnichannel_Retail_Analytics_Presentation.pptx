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image" Target="../media/image38.svg"/><Relationship Id="rId4" Type="http://schemas.openxmlformats.org/officeDocument/2006/relationships/image" Target="../media/image3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image" Target="../media/image15.svg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21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svg"/><Relationship Id="rId1" Type="http://schemas.openxmlformats.org/officeDocument/2006/relationships/image" Target="../media/image26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image" Target="../media/image38.sv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E08705-A155-43AC-82CC-4FF164D52785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C469E3C-FCBB-46D6-9318-1CB4C6489D89}">
      <dgm:prSet/>
      <dgm:spPr/>
      <dgm:t>
        <a:bodyPr/>
        <a:lstStyle/>
        <a:p>
          <a:pPr>
            <a:defRPr cap="all"/>
          </a:pPr>
          <a:r>
            <a:rPr lang="en-US"/>
            <a:t>Objective: Build an end-to-end analytics pipeline for retail sales and inventory management.</a:t>
          </a:r>
        </a:p>
      </dgm:t>
    </dgm:pt>
    <dgm:pt modelId="{2F190DD7-374D-4CE4-85B1-C39F8E7F2864}" type="parTrans" cxnId="{628EF5FB-24D6-42CD-BC11-C52E8AF32494}">
      <dgm:prSet/>
      <dgm:spPr/>
      <dgm:t>
        <a:bodyPr/>
        <a:lstStyle/>
        <a:p>
          <a:endParaRPr lang="en-US"/>
        </a:p>
      </dgm:t>
    </dgm:pt>
    <dgm:pt modelId="{7D9CD404-F128-40E9-8875-538D19E2DD88}" type="sibTrans" cxnId="{628EF5FB-24D6-42CD-BC11-C52E8AF32494}">
      <dgm:prSet/>
      <dgm:spPr/>
      <dgm:t>
        <a:bodyPr/>
        <a:lstStyle/>
        <a:p>
          <a:endParaRPr lang="en-US"/>
        </a:p>
      </dgm:t>
    </dgm:pt>
    <dgm:pt modelId="{E2B760C6-51F8-41E5-82B7-43955F753125}">
      <dgm:prSet/>
      <dgm:spPr/>
      <dgm:t>
        <a:bodyPr/>
        <a:lstStyle/>
        <a:p>
          <a:pPr>
            <a:defRPr cap="all"/>
          </a:pPr>
          <a:r>
            <a:rPr lang="en-US"/>
            <a:t>Combine offline POS and online sales data into a centralized dashboard.</a:t>
          </a:r>
        </a:p>
      </dgm:t>
    </dgm:pt>
    <dgm:pt modelId="{92D1138B-E205-4C99-863F-314DEBAA526E}" type="parTrans" cxnId="{42C4518C-ED82-48A1-B6DF-6068B1D0496B}">
      <dgm:prSet/>
      <dgm:spPr/>
      <dgm:t>
        <a:bodyPr/>
        <a:lstStyle/>
        <a:p>
          <a:endParaRPr lang="en-US"/>
        </a:p>
      </dgm:t>
    </dgm:pt>
    <dgm:pt modelId="{104FE8EF-1B91-48A2-A96D-5B4A1CE50E5E}" type="sibTrans" cxnId="{42C4518C-ED82-48A1-B6DF-6068B1D0496B}">
      <dgm:prSet/>
      <dgm:spPr/>
      <dgm:t>
        <a:bodyPr/>
        <a:lstStyle/>
        <a:p>
          <a:endParaRPr lang="en-US"/>
        </a:p>
      </dgm:t>
    </dgm:pt>
    <dgm:pt modelId="{36B6DC64-9BE1-48A2-B8CB-A3911A1B8AF7}">
      <dgm:prSet/>
      <dgm:spPr/>
      <dgm:t>
        <a:bodyPr/>
        <a:lstStyle/>
        <a:p>
          <a:pPr>
            <a:defRPr cap="all"/>
          </a:pPr>
          <a:r>
            <a:rPr lang="en-US"/>
            <a:t>Provide actionable insights for business decision-making.</a:t>
          </a:r>
        </a:p>
      </dgm:t>
    </dgm:pt>
    <dgm:pt modelId="{9A9A5126-9DF3-463E-8588-69BF1CEF0FDB}" type="parTrans" cxnId="{9DA07506-7719-4C4F-907F-E796287A7F66}">
      <dgm:prSet/>
      <dgm:spPr/>
      <dgm:t>
        <a:bodyPr/>
        <a:lstStyle/>
        <a:p>
          <a:endParaRPr lang="en-US"/>
        </a:p>
      </dgm:t>
    </dgm:pt>
    <dgm:pt modelId="{EB61739A-CB97-4097-B5A4-FF7EBBD9209E}" type="sibTrans" cxnId="{9DA07506-7719-4C4F-907F-E796287A7F66}">
      <dgm:prSet/>
      <dgm:spPr/>
      <dgm:t>
        <a:bodyPr/>
        <a:lstStyle/>
        <a:p>
          <a:endParaRPr lang="en-US"/>
        </a:p>
      </dgm:t>
    </dgm:pt>
    <dgm:pt modelId="{528161CF-DCD9-467A-B8C5-C46751FB90DD}">
      <dgm:prSet/>
      <dgm:spPr/>
      <dgm:t>
        <a:bodyPr/>
        <a:lstStyle/>
        <a:p>
          <a:pPr>
            <a:defRPr cap="all"/>
          </a:pPr>
          <a:r>
            <a:rPr lang="en-US"/>
            <a:t>Improve inventory optimization and revenue tracking.</a:t>
          </a:r>
        </a:p>
      </dgm:t>
    </dgm:pt>
    <dgm:pt modelId="{DDED30B1-2A20-4CC0-98B8-145D4A479B17}" type="parTrans" cxnId="{9A1EBD75-0955-4529-ACF6-4914B6B1E158}">
      <dgm:prSet/>
      <dgm:spPr/>
      <dgm:t>
        <a:bodyPr/>
        <a:lstStyle/>
        <a:p>
          <a:endParaRPr lang="en-US"/>
        </a:p>
      </dgm:t>
    </dgm:pt>
    <dgm:pt modelId="{40F48ECD-1706-4596-9242-EBD8A1721B5B}" type="sibTrans" cxnId="{9A1EBD75-0955-4529-ACF6-4914B6B1E158}">
      <dgm:prSet/>
      <dgm:spPr/>
      <dgm:t>
        <a:bodyPr/>
        <a:lstStyle/>
        <a:p>
          <a:endParaRPr lang="en-US"/>
        </a:p>
      </dgm:t>
    </dgm:pt>
    <dgm:pt modelId="{2DB4A805-B33F-4A00-B825-CF99B688F492}" type="pres">
      <dgm:prSet presAssocID="{9BE08705-A155-43AC-82CC-4FF164D52785}" presName="root" presStyleCnt="0">
        <dgm:presLayoutVars>
          <dgm:dir/>
          <dgm:resizeHandles val="exact"/>
        </dgm:presLayoutVars>
      </dgm:prSet>
      <dgm:spPr/>
    </dgm:pt>
    <dgm:pt modelId="{32DBB1F2-DFDE-47D6-937B-07C6E5211D11}" type="pres">
      <dgm:prSet presAssocID="{0C469E3C-FCBB-46D6-9318-1CB4C6489D89}" presName="compNode" presStyleCnt="0"/>
      <dgm:spPr/>
    </dgm:pt>
    <dgm:pt modelId="{80E1DF78-EE39-41E2-B54F-4DCC33C855BC}" type="pres">
      <dgm:prSet presAssocID="{0C469E3C-FCBB-46D6-9318-1CB4C6489D89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BEF6671B-3DF2-4939-BF34-E66B0F9A80B5}" type="pres">
      <dgm:prSet presAssocID="{0C469E3C-FCBB-46D6-9318-1CB4C6489D8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324F4A3-B1AB-4ABB-B2AF-8CCC76871048}" type="pres">
      <dgm:prSet presAssocID="{0C469E3C-FCBB-46D6-9318-1CB4C6489D89}" presName="spaceRect" presStyleCnt="0"/>
      <dgm:spPr/>
    </dgm:pt>
    <dgm:pt modelId="{9ADBA2C2-E2CC-4B07-ABFD-FB77CDB27C73}" type="pres">
      <dgm:prSet presAssocID="{0C469E3C-FCBB-46D6-9318-1CB4C6489D89}" presName="textRect" presStyleLbl="revTx" presStyleIdx="0" presStyleCnt="4">
        <dgm:presLayoutVars>
          <dgm:chMax val="1"/>
          <dgm:chPref val="1"/>
        </dgm:presLayoutVars>
      </dgm:prSet>
      <dgm:spPr/>
    </dgm:pt>
    <dgm:pt modelId="{6DAC12F2-CAE3-4A94-B5C2-90710AFA8836}" type="pres">
      <dgm:prSet presAssocID="{7D9CD404-F128-40E9-8875-538D19E2DD88}" presName="sibTrans" presStyleCnt="0"/>
      <dgm:spPr/>
    </dgm:pt>
    <dgm:pt modelId="{BFE2C703-1FED-4246-9A56-F9244D2EF89D}" type="pres">
      <dgm:prSet presAssocID="{E2B760C6-51F8-41E5-82B7-43955F753125}" presName="compNode" presStyleCnt="0"/>
      <dgm:spPr/>
    </dgm:pt>
    <dgm:pt modelId="{FD33634C-0455-4604-971C-230721F373FE}" type="pres">
      <dgm:prSet presAssocID="{E2B760C6-51F8-41E5-82B7-43955F753125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94CD713-2F70-4243-8207-10110E039854}" type="pres">
      <dgm:prSet presAssocID="{E2B760C6-51F8-41E5-82B7-43955F75312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1C7D4891-5C54-4A08-B5A6-DC96AB4C03A6}" type="pres">
      <dgm:prSet presAssocID="{E2B760C6-51F8-41E5-82B7-43955F753125}" presName="spaceRect" presStyleCnt="0"/>
      <dgm:spPr/>
    </dgm:pt>
    <dgm:pt modelId="{B33032ED-3F93-4302-9841-BA26ADB1530E}" type="pres">
      <dgm:prSet presAssocID="{E2B760C6-51F8-41E5-82B7-43955F753125}" presName="textRect" presStyleLbl="revTx" presStyleIdx="1" presStyleCnt="4">
        <dgm:presLayoutVars>
          <dgm:chMax val="1"/>
          <dgm:chPref val="1"/>
        </dgm:presLayoutVars>
      </dgm:prSet>
      <dgm:spPr/>
    </dgm:pt>
    <dgm:pt modelId="{397B9DCB-23CA-4B4E-B36A-82213DF672A9}" type="pres">
      <dgm:prSet presAssocID="{104FE8EF-1B91-48A2-A96D-5B4A1CE50E5E}" presName="sibTrans" presStyleCnt="0"/>
      <dgm:spPr/>
    </dgm:pt>
    <dgm:pt modelId="{867D32E2-8D58-44A5-870C-085D0A93C917}" type="pres">
      <dgm:prSet presAssocID="{36B6DC64-9BE1-48A2-B8CB-A3911A1B8AF7}" presName="compNode" presStyleCnt="0"/>
      <dgm:spPr/>
    </dgm:pt>
    <dgm:pt modelId="{AFFD4DD8-7DD6-439B-A46B-4F40A41F4B2E}" type="pres">
      <dgm:prSet presAssocID="{36B6DC64-9BE1-48A2-B8CB-A3911A1B8AF7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0622D1C1-AE01-4F15-A8AA-CDE249DC62B2}" type="pres">
      <dgm:prSet presAssocID="{36B6DC64-9BE1-48A2-B8CB-A3911A1B8AF7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3AAF14A8-28A8-4DE6-8D20-A61B681A67BA}" type="pres">
      <dgm:prSet presAssocID="{36B6DC64-9BE1-48A2-B8CB-A3911A1B8AF7}" presName="spaceRect" presStyleCnt="0"/>
      <dgm:spPr/>
    </dgm:pt>
    <dgm:pt modelId="{3A8D6245-4C7B-4B68-B2CD-F0DAEA06B27A}" type="pres">
      <dgm:prSet presAssocID="{36B6DC64-9BE1-48A2-B8CB-A3911A1B8AF7}" presName="textRect" presStyleLbl="revTx" presStyleIdx="2" presStyleCnt="4">
        <dgm:presLayoutVars>
          <dgm:chMax val="1"/>
          <dgm:chPref val="1"/>
        </dgm:presLayoutVars>
      </dgm:prSet>
      <dgm:spPr/>
    </dgm:pt>
    <dgm:pt modelId="{B716BDFD-E74D-4C5E-B514-031430615571}" type="pres">
      <dgm:prSet presAssocID="{EB61739A-CB97-4097-B5A4-FF7EBBD9209E}" presName="sibTrans" presStyleCnt="0"/>
      <dgm:spPr/>
    </dgm:pt>
    <dgm:pt modelId="{542A798F-6EFC-4475-9125-89F02999C5F9}" type="pres">
      <dgm:prSet presAssocID="{528161CF-DCD9-467A-B8C5-C46751FB90DD}" presName="compNode" presStyleCnt="0"/>
      <dgm:spPr/>
    </dgm:pt>
    <dgm:pt modelId="{B0F6A6F8-21B4-4F4C-AF54-E74CEC6B86A1}" type="pres">
      <dgm:prSet presAssocID="{528161CF-DCD9-467A-B8C5-C46751FB90DD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D602DA2-58F4-44EB-B65F-6B3D73D92B04}" type="pres">
      <dgm:prSet presAssocID="{528161CF-DCD9-467A-B8C5-C46751FB90D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AFBF9806-41FB-42D5-8900-709D6BEF20EC}" type="pres">
      <dgm:prSet presAssocID="{528161CF-DCD9-467A-B8C5-C46751FB90DD}" presName="spaceRect" presStyleCnt="0"/>
      <dgm:spPr/>
    </dgm:pt>
    <dgm:pt modelId="{2BA18D4C-682D-45DB-B02B-41180F91B99C}" type="pres">
      <dgm:prSet presAssocID="{528161CF-DCD9-467A-B8C5-C46751FB90D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1112901-DE1A-4711-9C43-237EF0349E15}" type="presOf" srcId="{528161CF-DCD9-467A-B8C5-C46751FB90DD}" destId="{2BA18D4C-682D-45DB-B02B-41180F91B99C}" srcOrd="0" destOrd="0" presId="urn:microsoft.com/office/officeart/2018/5/layout/IconLeafLabelList"/>
    <dgm:cxn modelId="{9DA07506-7719-4C4F-907F-E796287A7F66}" srcId="{9BE08705-A155-43AC-82CC-4FF164D52785}" destId="{36B6DC64-9BE1-48A2-B8CB-A3911A1B8AF7}" srcOrd="2" destOrd="0" parTransId="{9A9A5126-9DF3-463E-8588-69BF1CEF0FDB}" sibTransId="{EB61739A-CB97-4097-B5A4-FF7EBBD9209E}"/>
    <dgm:cxn modelId="{47C33918-B9DD-40AD-ADCE-BD687FADE3CA}" type="presOf" srcId="{0C469E3C-FCBB-46D6-9318-1CB4C6489D89}" destId="{9ADBA2C2-E2CC-4B07-ABFD-FB77CDB27C73}" srcOrd="0" destOrd="0" presId="urn:microsoft.com/office/officeart/2018/5/layout/IconLeafLabelList"/>
    <dgm:cxn modelId="{28A74450-9FAA-4B3C-8793-FF77711E8439}" type="presOf" srcId="{E2B760C6-51F8-41E5-82B7-43955F753125}" destId="{B33032ED-3F93-4302-9841-BA26ADB1530E}" srcOrd="0" destOrd="0" presId="urn:microsoft.com/office/officeart/2018/5/layout/IconLeafLabelList"/>
    <dgm:cxn modelId="{9A1EBD75-0955-4529-ACF6-4914B6B1E158}" srcId="{9BE08705-A155-43AC-82CC-4FF164D52785}" destId="{528161CF-DCD9-467A-B8C5-C46751FB90DD}" srcOrd="3" destOrd="0" parTransId="{DDED30B1-2A20-4CC0-98B8-145D4A479B17}" sibTransId="{40F48ECD-1706-4596-9242-EBD8A1721B5B}"/>
    <dgm:cxn modelId="{42C4518C-ED82-48A1-B6DF-6068B1D0496B}" srcId="{9BE08705-A155-43AC-82CC-4FF164D52785}" destId="{E2B760C6-51F8-41E5-82B7-43955F753125}" srcOrd="1" destOrd="0" parTransId="{92D1138B-E205-4C99-863F-314DEBAA526E}" sibTransId="{104FE8EF-1B91-48A2-A96D-5B4A1CE50E5E}"/>
    <dgm:cxn modelId="{B724DDB7-8C6E-40FD-B518-F3BAC04BC137}" type="presOf" srcId="{9BE08705-A155-43AC-82CC-4FF164D52785}" destId="{2DB4A805-B33F-4A00-B825-CF99B688F492}" srcOrd="0" destOrd="0" presId="urn:microsoft.com/office/officeart/2018/5/layout/IconLeafLabelList"/>
    <dgm:cxn modelId="{09263CBD-0085-4226-B2F3-809F912D2AE8}" type="presOf" srcId="{36B6DC64-9BE1-48A2-B8CB-A3911A1B8AF7}" destId="{3A8D6245-4C7B-4B68-B2CD-F0DAEA06B27A}" srcOrd="0" destOrd="0" presId="urn:microsoft.com/office/officeart/2018/5/layout/IconLeafLabelList"/>
    <dgm:cxn modelId="{628EF5FB-24D6-42CD-BC11-C52E8AF32494}" srcId="{9BE08705-A155-43AC-82CC-4FF164D52785}" destId="{0C469E3C-FCBB-46D6-9318-1CB4C6489D89}" srcOrd="0" destOrd="0" parTransId="{2F190DD7-374D-4CE4-85B1-C39F8E7F2864}" sibTransId="{7D9CD404-F128-40E9-8875-538D19E2DD88}"/>
    <dgm:cxn modelId="{3A3775EC-50DE-462E-9F23-AAB50CC42755}" type="presParOf" srcId="{2DB4A805-B33F-4A00-B825-CF99B688F492}" destId="{32DBB1F2-DFDE-47D6-937B-07C6E5211D11}" srcOrd="0" destOrd="0" presId="urn:microsoft.com/office/officeart/2018/5/layout/IconLeafLabelList"/>
    <dgm:cxn modelId="{E1F97106-7839-4A01-9AEC-660FD188190B}" type="presParOf" srcId="{32DBB1F2-DFDE-47D6-937B-07C6E5211D11}" destId="{80E1DF78-EE39-41E2-B54F-4DCC33C855BC}" srcOrd="0" destOrd="0" presId="urn:microsoft.com/office/officeart/2018/5/layout/IconLeafLabelList"/>
    <dgm:cxn modelId="{A47CB8E8-7FC4-4F1A-8927-EDF5F9F1FF49}" type="presParOf" srcId="{32DBB1F2-DFDE-47D6-937B-07C6E5211D11}" destId="{BEF6671B-3DF2-4939-BF34-E66B0F9A80B5}" srcOrd="1" destOrd="0" presId="urn:microsoft.com/office/officeart/2018/5/layout/IconLeafLabelList"/>
    <dgm:cxn modelId="{45F5DDD6-591E-4228-ACCB-DFE39A2884CE}" type="presParOf" srcId="{32DBB1F2-DFDE-47D6-937B-07C6E5211D11}" destId="{6324F4A3-B1AB-4ABB-B2AF-8CCC76871048}" srcOrd="2" destOrd="0" presId="urn:microsoft.com/office/officeart/2018/5/layout/IconLeafLabelList"/>
    <dgm:cxn modelId="{A2B95863-EE08-42A7-91AF-02D893CF735C}" type="presParOf" srcId="{32DBB1F2-DFDE-47D6-937B-07C6E5211D11}" destId="{9ADBA2C2-E2CC-4B07-ABFD-FB77CDB27C73}" srcOrd="3" destOrd="0" presId="urn:microsoft.com/office/officeart/2018/5/layout/IconLeafLabelList"/>
    <dgm:cxn modelId="{0BA6897A-67B8-4649-ABE7-D232920104EF}" type="presParOf" srcId="{2DB4A805-B33F-4A00-B825-CF99B688F492}" destId="{6DAC12F2-CAE3-4A94-B5C2-90710AFA8836}" srcOrd="1" destOrd="0" presId="urn:microsoft.com/office/officeart/2018/5/layout/IconLeafLabelList"/>
    <dgm:cxn modelId="{7A0ACB45-06E7-4C78-B9B2-657AB0859ECB}" type="presParOf" srcId="{2DB4A805-B33F-4A00-B825-CF99B688F492}" destId="{BFE2C703-1FED-4246-9A56-F9244D2EF89D}" srcOrd="2" destOrd="0" presId="urn:microsoft.com/office/officeart/2018/5/layout/IconLeafLabelList"/>
    <dgm:cxn modelId="{08A1D8CF-E786-4B41-BE7B-AC1057E3BB41}" type="presParOf" srcId="{BFE2C703-1FED-4246-9A56-F9244D2EF89D}" destId="{FD33634C-0455-4604-971C-230721F373FE}" srcOrd="0" destOrd="0" presId="urn:microsoft.com/office/officeart/2018/5/layout/IconLeafLabelList"/>
    <dgm:cxn modelId="{25FD3BA9-A823-4EC0-8CCC-63FC812B103A}" type="presParOf" srcId="{BFE2C703-1FED-4246-9A56-F9244D2EF89D}" destId="{794CD713-2F70-4243-8207-10110E039854}" srcOrd="1" destOrd="0" presId="urn:microsoft.com/office/officeart/2018/5/layout/IconLeafLabelList"/>
    <dgm:cxn modelId="{66BE7912-E6C6-4079-BB0C-F7897E4A80EA}" type="presParOf" srcId="{BFE2C703-1FED-4246-9A56-F9244D2EF89D}" destId="{1C7D4891-5C54-4A08-B5A6-DC96AB4C03A6}" srcOrd="2" destOrd="0" presId="urn:microsoft.com/office/officeart/2018/5/layout/IconLeafLabelList"/>
    <dgm:cxn modelId="{2D43050A-B60B-4F8D-BEFB-C93D64E29485}" type="presParOf" srcId="{BFE2C703-1FED-4246-9A56-F9244D2EF89D}" destId="{B33032ED-3F93-4302-9841-BA26ADB1530E}" srcOrd="3" destOrd="0" presId="urn:microsoft.com/office/officeart/2018/5/layout/IconLeafLabelList"/>
    <dgm:cxn modelId="{E0CDD28F-8ECC-483E-A3B0-C46CCE4E569F}" type="presParOf" srcId="{2DB4A805-B33F-4A00-B825-CF99B688F492}" destId="{397B9DCB-23CA-4B4E-B36A-82213DF672A9}" srcOrd="3" destOrd="0" presId="urn:microsoft.com/office/officeart/2018/5/layout/IconLeafLabelList"/>
    <dgm:cxn modelId="{D01E25BB-0EDD-4C32-BAA3-9CF3BB845BA8}" type="presParOf" srcId="{2DB4A805-B33F-4A00-B825-CF99B688F492}" destId="{867D32E2-8D58-44A5-870C-085D0A93C917}" srcOrd="4" destOrd="0" presId="urn:microsoft.com/office/officeart/2018/5/layout/IconLeafLabelList"/>
    <dgm:cxn modelId="{D9C26CE7-23C4-43E4-BA4A-F26FD941EC60}" type="presParOf" srcId="{867D32E2-8D58-44A5-870C-085D0A93C917}" destId="{AFFD4DD8-7DD6-439B-A46B-4F40A41F4B2E}" srcOrd="0" destOrd="0" presId="urn:microsoft.com/office/officeart/2018/5/layout/IconLeafLabelList"/>
    <dgm:cxn modelId="{BF604BE0-1A2D-4708-899F-8BA8E77D9DDB}" type="presParOf" srcId="{867D32E2-8D58-44A5-870C-085D0A93C917}" destId="{0622D1C1-AE01-4F15-A8AA-CDE249DC62B2}" srcOrd="1" destOrd="0" presId="urn:microsoft.com/office/officeart/2018/5/layout/IconLeafLabelList"/>
    <dgm:cxn modelId="{F537433D-966C-415B-BC2B-95620A03B9FC}" type="presParOf" srcId="{867D32E2-8D58-44A5-870C-085D0A93C917}" destId="{3AAF14A8-28A8-4DE6-8D20-A61B681A67BA}" srcOrd="2" destOrd="0" presId="urn:microsoft.com/office/officeart/2018/5/layout/IconLeafLabelList"/>
    <dgm:cxn modelId="{5072577D-7EDD-4D5D-B33C-BB5E15409417}" type="presParOf" srcId="{867D32E2-8D58-44A5-870C-085D0A93C917}" destId="{3A8D6245-4C7B-4B68-B2CD-F0DAEA06B27A}" srcOrd="3" destOrd="0" presId="urn:microsoft.com/office/officeart/2018/5/layout/IconLeafLabelList"/>
    <dgm:cxn modelId="{6BE4E2EF-7DA1-4945-AB9B-530A6CE0EB36}" type="presParOf" srcId="{2DB4A805-B33F-4A00-B825-CF99B688F492}" destId="{B716BDFD-E74D-4C5E-B514-031430615571}" srcOrd="5" destOrd="0" presId="urn:microsoft.com/office/officeart/2018/5/layout/IconLeafLabelList"/>
    <dgm:cxn modelId="{6A8EAF3E-C07D-442F-82EE-483054886EF4}" type="presParOf" srcId="{2DB4A805-B33F-4A00-B825-CF99B688F492}" destId="{542A798F-6EFC-4475-9125-89F02999C5F9}" srcOrd="6" destOrd="0" presId="urn:microsoft.com/office/officeart/2018/5/layout/IconLeafLabelList"/>
    <dgm:cxn modelId="{B889B364-5811-4FEF-AEC1-AA847FF0F408}" type="presParOf" srcId="{542A798F-6EFC-4475-9125-89F02999C5F9}" destId="{B0F6A6F8-21B4-4F4C-AF54-E74CEC6B86A1}" srcOrd="0" destOrd="0" presId="urn:microsoft.com/office/officeart/2018/5/layout/IconLeafLabelList"/>
    <dgm:cxn modelId="{E6F4C551-7993-4B1B-B5A6-FB4A047CA595}" type="presParOf" srcId="{542A798F-6EFC-4475-9125-89F02999C5F9}" destId="{1D602DA2-58F4-44EB-B65F-6B3D73D92B04}" srcOrd="1" destOrd="0" presId="urn:microsoft.com/office/officeart/2018/5/layout/IconLeafLabelList"/>
    <dgm:cxn modelId="{DE6F11A6-A67D-4192-BC8B-699869D49735}" type="presParOf" srcId="{542A798F-6EFC-4475-9125-89F02999C5F9}" destId="{AFBF9806-41FB-42D5-8900-709D6BEF20EC}" srcOrd="2" destOrd="0" presId="urn:microsoft.com/office/officeart/2018/5/layout/IconLeafLabelList"/>
    <dgm:cxn modelId="{D9F8B97F-5027-422C-A165-C5999AA1838F}" type="presParOf" srcId="{542A798F-6EFC-4475-9125-89F02999C5F9}" destId="{2BA18D4C-682D-45DB-B02B-41180F91B99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74031E-F5C6-4448-948E-C79EFBC95A4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67A20B-D0FF-418B-937A-44B7DA995B7E}">
      <dgm:prSet/>
      <dgm:spPr/>
      <dgm:t>
        <a:bodyPr/>
        <a:lstStyle/>
        <a:p>
          <a:r>
            <a:rPr lang="en-US"/>
            <a:t>Retail businesses face fragmented sales data across multiple channels.</a:t>
          </a:r>
        </a:p>
      </dgm:t>
    </dgm:pt>
    <dgm:pt modelId="{8F7426CC-7244-4D3F-9870-797C0B3A050A}" type="parTrans" cxnId="{EC25A7A2-409C-4D6B-98EE-8AE63AB9F552}">
      <dgm:prSet/>
      <dgm:spPr/>
      <dgm:t>
        <a:bodyPr/>
        <a:lstStyle/>
        <a:p>
          <a:endParaRPr lang="en-US"/>
        </a:p>
      </dgm:t>
    </dgm:pt>
    <dgm:pt modelId="{13AD035C-4FFE-4ED5-B83D-1EC9341CA570}" type="sibTrans" cxnId="{EC25A7A2-409C-4D6B-98EE-8AE63AB9F552}">
      <dgm:prSet/>
      <dgm:spPr/>
      <dgm:t>
        <a:bodyPr/>
        <a:lstStyle/>
        <a:p>
          <a:endParaRPr lang="en-US"/>
        </a:p>
      </dgm:t>
    </dgm:pt>
    <dgm:pt modelId="{BE83B259-C6D3-47C2-8508-B3514AAEDA67}">
      <dgm:prSet/>
      <dgm:spPr/>
      <dgm:t>
        <a:bodyPr/>
        <a:lstStyle/>
        <a:p>
          <a:r>
            <a:rPr lang="en-US"/>
            <a:t>Difficulty tracking overall sales performance and inventory trends.</a:t>
          </a:r>
        </a:p>
      </dgm:t>
    </dgm:pt>
    <dgm:pt modelId="{B942B288-C4FA-439A-92A9-49038431BAF1}" type="parTrans" cxnId="{F15476C8-5DEF-4E7D-BD9D-E1CA2102F2DE}">
      <dgm:prSet/>
      <dgm:spPr/>
      <dgm:t>
        <a:bodyPr/>
        <a:lstStyle/>
        <a:p>
          <a:endParaRPr lang="en-US"/>
        </a:p>
      </dgm:t>
    </dgm:pt>
    <dgm:pt modelId="{52AF07B1-7D74-4AF6-AADF-537960E723D0}" type="sibTrans" cxnId="{F15476C8-5DEF-4E7D-BD9D-E1CA2102F2DE}">
      <dgm:prSet/>
      <dgm:spPr/>
      <dgm:t>
        <a:bodyPr/>
        <a:lstStyle/>
        <a:p>
          <a:endParaRPr lang="en-US"/>
        </a:p>
      </dgm:t>
    </dgm:pt>
    <dgm:pt modelId="{EC07A13F-741B-4C18-8049-BC0AA78B9911}">
      <dgm:prSet/>
      <dgm:spPr/>
      <dgm:t>
        <a:bodyPr/>
        <a:lstStyle/>
        <a:p>
          <a:r>
            <a:rPr lang="en-US"/>
            <a:t>Lack of centralized analytics causes poor forecasting and stock management.</a:t>
          </a:r>
        </a:p>
      </dgm:t>
    </dgm:pt>
    <dgm:pt modelId="{86DE5010-0A41-4269-9D28-F338F10245FB}" type="parTrans" cxnId="{91DC8001-E8EC-4BD4-A585-E625BBDA0E56}">
      <dgm:prSet/>
      <dgm:spPr/>
      <dgm:t>
        <a:bodyPr/>
        <a:lstStyle/>
        <a:p>
          <a:endParaRPr lang="en-US"/>
        </a:p>
      </dgm:t>
    </dgm:pt>
    <dgm:pt modelId="{AB485FEF-F245-4767-B04F-A1853EC87979}" type="sibTrans" cxnId="{91DC8001-E8EC-4BD4-A585-E625BBDA0E56}">
      <dgm:prSet/>
      <dgm:spPr/>
      <dgm:t>
        <a:bodyPr/>
        <a:lstStyle/>
        <a:p>
          <a:endParaRPr lang="en-US"/>
        </a:p>
      </dgm:t>
    </dgm:pt>
    <dgm:pt modelId="{D48738B2-7699-4B84-BC01-F86ED4A412AC}">
      <dgm:prSet/>
      <dgm:spPr/>
      <dgm:t>
        <a:bodyPr/>
        <a:lstStyle/>
        <a:p>
          <a:r>
            <a:rPr lang="en-US"/>
            <a:t>The project solves these issues through unified analytics and visualization.</a:t>
          </a:r>
        </a:p>
      </dgm:t>
    </dgm:pt>
    <dgm:pt modelId="{6EE4D6BA-D683-4E12-89E7-1DD69C2A7BF7}" type="parTrans" cxnId="{A0B6CA97-6E65-45CF-832A-402DA5B8493F}">
      <dgm:prSet/>
      <dgm:spPr/>
      <dgm:t>
        <a:bodyPr/>
        <a:lstStyle/>
        <a:p>
          <a:endParaRPr lang="en-US"/>
        </a:p>
      </dgm:t>
    </dgm:pt>
    <dgm:pt modelId="{2CFA0CFC-E041-48C7-B5CB-457B83F47398}" type="sibTrans" cxnId="{A0B6CA97-6E65-45CF-832A-402DA5B8493F}">
      <dgm:prSet/>
      <dgm:spPr/>
      <dgm:t>
        <a:bodyPr/>
        <a:lstStyle/>
        <a:p>
          <a:endParaRPr lang="en-US"/>
        </a:p>
      </dgm:t>
    </dgm:pt>
    <dgm:pt modelId="{63679403-D09B-467C-AFCD-BBD3D9CF2E52}" type="pres">
      <dgm:prSet presAssocID="{C474031E-F5C6-4448-948E-C79EFBC95A4C}" presName="root" presStyleCnt="0">
        <dgm:presLayoutVars>
          <dgm:dir/>
          <dgm:resizeHandles val="exact"/>
        </dgm:presLayoutVars>
      </dgm:prSet>
      <dgm:spPr/>
    </dgm:pt>
    <dgm:pt modelId="{9CE4EF5E-023E-4354-9423-54859C8C2CEA}" type="pres">
      <dgm:prSet presAssocID="{8967A20B-D0FF-418B-937A-44B7DA995B7E}" presName="compNode" presStyleCnt="0"/>
      <dgm:spPr/>
    </dgm:pt>
    <dgm:pt modelId="{B69FEE01-2C25-48EB-AEA4-4D44849739B2}" type="pres">
      <dgm:prSet presAssocID="{8967A20B-D0FF-418B-937A-44B7DA995B7E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re"/>
        </a:ext>
      </dgm:extLst>
    </dgm:pt>
    <dgm:pt modelId="{D687DCB5-09DA-430C-AA71-74823EED99B6}" type="pres">
      <dgm:prSet presAssocID="{8967A20B-D0FF-418B-937A-44B7DA995B7E}" presName="spaceRect" presStyleCnt="0"/>
      <dgm:spPr/>
    </dgm:pt>
    <dgm:pt modelId="{E58E9D17-DAD4-41AD-95BD-F87767B0C9BF}" type="pres">
      <dgm:prSet presAssocID="{8967A20B-D0FF-418B-937A-44B7DA995B7E}" presName="textRect" presStyleLbl="revTx" presStyleIdx="0" presStyleCnt="4">
        <dgm:presLayoutVars>
          <dgm:chMax val="1"/>
          <dgm:chPref val="1"/>
        </dgm:presLayoutVars>
      </dgm:prSet>
      <dgm:spPr/>
    </dgm:pt>
    <dgm:pt modelId="{F234C455-638C-4AE6-8002-A747BFFF8CCC}" type="pres">
      <dgm:prSet presAssocID="{13AD035C-4FFE-4ED5-B83D-1EC9341CA570}" presName="sibTrans" presStyleCnt="0"/>
      <dgm:spPr/>
    </dgm:pt>
    <dgm:pt modelId="{81017123-9344-49A3-888C-47257D2AAF58}" type="pres">
      <dgm:prSet presAssocID="{BE83B259-C6D3-47C2-8508-B3514AAEDA67}" presName="compNode" presStyleCnt="0"/>
      <dgm:spPr/>
    </dgm:pt>
    <dgm:pt modelId="{D66BF0F6-C75C-416E-BAFF-4EC9574EAE83}" type="pres">
      <dgm:prSet presAssocID="{BE83B259-C6D3-47C2-8508-B3514AAEDA6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AD5E254-FF2C-4C52-918F-88D12931C6FB}" type="pres">
      <dgm:prSet presAssocID="{BE83B259-C6D3-47C2-8508-B3514AAEDA67}" presName="spaceRect" presStyleCnt="0"/>
      <dgm:spPr/>
    </dgm:pt>
    <dgm:pt modelId="{DF00392E-556C-46F6-A0EC-15405A2F3F53}" type="pres">
      <dgm:prSet presAssocID="{BE83B259-C6D3-47C2-8508-B3514AAEDA67}" presName="textRect" presStyleLbl="revTx" presStyleIdx="1" presStyleCnt="4">
        <dgm:presLayoutVars>
          <dgm:chMax val="1"/>
          <dgm:chPref val="1"/>
        </dgm:presLayoutVars>
      </dgm:prSet>
      <dgm:spPr/>
    </dgm:pt>
    <dgm:pt modelId="{F9B4E335-87E2-4DF6-8F4B-3AE98AA4D127}" type="pres">
      <dgm:prSet presAssocID="{52AF07B1-7D74-4AF6-AADF-537960E723D0}" presName="sibTrans" presStyleCnt="0"/>
      <dgm:spPr/>
    </dgm:pt>
    <dgm:pt modelId="{59488C18-9129-4FF1-9265-752244943B48}" type="pres">
      <dgm:prSet presAssocID="{EC07A13F-741B-4C18-8049-BC0AA78B9911}" presName="compNode" presStyleCnt="0"/>
      <dgm:spPr/>
    </dgm:pt>
    <dgm:pt modelId="{0AAACEBF-F2D6-4CF2-89C0-2A07DC653E74}" type="pres">
      <dgm:prSet presAssocID="{EC07A13F-741B-4C18-8049-BC0AA78B991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05C1DCEF-602D-4557-8325-379608E66A13}" type="pres">
      <dgm:prSet presAssocID="{EC07A13F-741B-4C18-8049-BC0AA78B9911}" presName="spaceRect" presStyleCnt="0"/>
      <dgm:spPr/>
    </dgm:pt>
    <dgm:pt modelId="{A94DD22F-C70C-486F-82E7-E0C8C492AFE1}" type="pres">
      <dgm:prSet presAssocID="{EC07A13F-741B-4C18-8049-BC0AA78B9911}" presName="textRect" presStyleLbl="revTx" presStyleIdx="2" presStyleCnt="4">
        <dgm:presLayoutVars>
          <dgm:chMax val="1"/>
          <dgm:chPref val="1"/>
        </dgm:presLayoutVars>
      </dgm:prSet>
      <dgm:spPr/>
    </dgm:pt>
    <dgm:pt modelId="{49BFB049-F2F7-4635-98A1-E21CE1FC949C}" type="pres">
      <dgm:prSet presAssocID="{AB485FEF-F245-4767-B04F-A1853EC87979}" presName="sibTrans" presStyleCnt="0"/>
      <dgm:spPr/>
    </dgm:pt>
    <dgm:pt modelId="{5EAEF276-1CE7-46D1-9582-BE820BCFCAE2}" type="pres">
      <dgm:prSet presAssocID="{D48738B2-7699-4B84-BC01-F86ED4A412AC}" presName="compNode" presStyleCnt="0"/>
      <dgm:spPr/>
    </dgm:pt>
    <dgm:pt modelId="{913B3D26-38EF-46FC-A62E-C797178669A3}" type="pres">
      <dgm:prSet presAssocID="{D48738B2-7699-4B84-BC01-F86ED4A412A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9EB0333-1D8D-43BC-9F2B-38C094941E9D}" type="pres">
      <dgm:prSet presAssocID="{D48738B2-7699-4B84-BC01-F86ED4A412AC}" presName="spaceRect" presStyleCnt="0"/>
      <dgm:spPr/>
    </dgm:pt>
    <dgm:pt modelId="{0FFB2959-4629-49DC-B390-10227A1A1DD9}" type="pres">
      <dgm:prSet presAssocID="{D48738B2-7699-4B84-BC01-F86ED4A412A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1DC8001-E8EC-4BD4-A585-E625BBDA0E56}" srcId="{C474031E-F5C6-4448-948E-C79EFBC95A4C}" destId="{EC07A13F-741B-4C18-8049-BC0AA78B9911}" srcOrd="2" destOrd="0" parTransId="{86DE5010-0A41-4269-9D28-F338F10245FB}" sibTransId="{AB485FEF-F245-4767-B04F-A1853EC87979}"/>
    <dgm:cxn modelId="{0FA3B308-B194-4CDF-8250-A0F3B099EE44}" type="presOf" srcId="{8967A20B-D0FF-418B-937A-44B7DA995B7E}" destId="{E58E9D17-DAD4-41AD-95BD-F87767B0C9BF}" srcOrd="0" destOrd="0" presId="urn:microsoft.com/office/officeart/2018/2/layout/IconLabelList"/>
    <dgm:cxn modelId="{E1120013-F837-4064-80BE-BC9DF05F9E4B}" type="presOf" srcId="{D48738B2-7699-4B84-BC01-F86ED4A412AC}" destId="{0FFB2959-4629-49DC-B390-10227A1A1DD9}" srcOrd="0" destOrd="0" presId="urn:microsoft.com/office/officeart/2018/2/layout/IconLabelList"/>
    <dgm:cxn modelId="{D2BC3F1B-9E58-4F0C-9017-078C4D6D7D05}" type="presOf" srcId="{BE83B259-C6D3-47C2-8508-B3514AAEDA67}" destId="{DF00392E-556C-46F6-A0EC-15405A2F3F53}" srcOrd="0" destOrd="0" presId="urn:microsoft.com/office/officeart/2018/2/layout/IconLabelList"/>
    <dgm:cxn modelId="{87A2AC3B-F982-4C18-AA8B-7669A3DA8079}" type="presOf" srcId="{C474031E-F5C6-4448-948E-C79EFBC95A4C}" destId="{63679403-D09B-467C-AFCD-BBD3D9CF2E52}" srcOrd="0" destOrd="0" presId="urn:microsoft.com/office/officeart/2018/2/layout/IconLabelList"/>
    <dgm:cxn modelId="{2B9FC765-5B5F-4C5E-96D0-F732A16FD02D}" type="presOf" srcId="{EC07A13F-741B-4C18-8049-BC0AA78B9911}" destId="{A94DD22F-C70C-486F-82E7-E0C8C492AFE1}" srcOrd="0" destOrd="0" presId="urn:microsoft.com/office/officeart/2018/2/layout/IconLabelList"/>
    <dgm:cxn modelId="{A0B6CA97-6E65-45CF-832A-402DA5B8493F}" srcId="{C474031E-F5C6-4448-948E-C79EFBC95A4C}" destId="{D48738B2-7699-4B84-BC01-F86ED4A412AC}" srcOrd="3" destOrd="0" parTransId="{6EE4D6BA-D683-4E12-89E7-1DD69C2A7BF7}" sibTransId="{2CFA0CFC-E041-48C7-B5CB-457B83F47398}"/>
    <dgm:cxn modelId="{EC25A7A2-409C-4D6B-98EE-8AE63AB9F552}" srcId="{C474031E-F5C6-4448-948E-C79EFBC95A4C}" destId="{8967A20B-D0FF-418B-937A-44B7DA995B7E}" srcOrd="0" destOrd="0" parTransId="{8F7426CC-7244-4D3F-9870-797C0B3A050A}" sibTransId="{13AD035C-4FFE-4ED5-B83D-1EC9341CA570}"/>
    <dgm:cxn modelId="{F15476C8-5DEF-4E7D-BD9D-E1CA2102F2DE}" srcId="{C474031E-F5C6-4448-948E-C79EFBC95A4C}" destId="{BE83B259-C6D3-47C2-8508-B3514AAEDA67}" srcOrd="1" destOrd="0" parTransId="{B942B288-C4FA-439A-92A9-49038431BAF1}" sibTransId="{52AF07B1-7D74-4AF6-AADF-537960E723D0}"/>
    <dgm:cxn modelId="{4AF3FBE5-971F-44AE-9E50-2F9315810C85}" type="presParOf" srcId="{63679403-D09B-467C-AFCD-BBD3D9CF2E52}" destId="{9CE4EF5E-023E-4354-9423-54859C8C2CEA}" srcOrd="0" destOrd="0" presId="urn:microsoft.com/office/officeart/2018/2/layout/IconLabelList"/>
    <dgm:cxn modelId="{6424B300-71F4-43CE-A32D-E3DF83B4C5DD}" type="presParOf" srcId="{9CE4EF5E-023E-4354-9423-54859C8C2CEA}" destId="{B69FEE01-2C25-48EB-AEA4-4D44849739B2}" srcOrd="0" destOrd="0" presId="urn:microsoft.com/office/officeart/2018/2/layout/IconLabelList"/>
    <dgm:cxn modelId="{7A0BF49D-24FC-4E70-A486-119206765AC8}" type="presParOf" srcId="{9CE4EF5E-023E-4354-9423-54859C8C2CEA}" destId="{D687DCB5-09DA-430C-AA71-74823EED99B6}" srcOrd="1" destOrd="0" presId="urn:microsoft.com/office/officeart/2018/2/layout/IconLabelList"/>
    <dgm:cxn modelId="{6831401E-E9A3-4993-B19D-4DF91A8C45AD}" type="presParOf" srcId="{9CE4EF5E-023E-4354-9423-54859C8C2CEA}" destId="{E58E9D17-DAD4-41AD-95BD-F87767B0C9BF}" srcOrd="2" destOrd="0" presId="urn:microsoft.com/office/officeart/2018/2/layout/IconLabelList"/>
    <dgm:cxn modelId="{E75A9E84-A525-4741-B0BD-DFB2E45E2864}" type="presParOf" srcId="{63679403-D09B-467C-AFCD-BBD3D9CF2E52}" destId="{F234C455-638C-4AE6-8002-A747BFFF8CCC}" srcOrd="1" destOrd="0" presId="urn:microsoft.com/office/officeart/2018/2/layout/IconLabelList"/>
    <dgm:cxn modelId="{D4DA802F-0D61-4BEF-9A2C-560505289334}" type="presParOf" srcId="{63679403-D09B-467C-AFCD-BBD3D9CF2E52}" destId="{81017123-9344-49A3-888C-47257D2AAF58}" srcOrd="2" destOrd="0" presId="urn:microsoft.com/office/officeart/2018/2/layout/IconLabelList"/>
    <dgm:cxn modelId="{C34C1419-9594-41F1-A88B-0BAF2FE4FE08}" type="presParOf" srcId="{81017123-9344-49A3-888C-47257D2AAF58}" destId="{D66BF0F6-C75C-416E-BAFF-4EC9574EAE83}" srcOrd="0" destOrd="0" presId="urn:microsoft.com/office/officeart/2018/2/layout/IconLabelList"/>
    <dgm:cxn modelId="{F0A27F0C-D2EA-4019-AD00-FDE7BBE19919}" type="presParOf" srcId="{81017123-9344-49A3-888C-47257D2AAF58}" destId="{EAD5E254-FF2C-4C52-918F-88D12931C6FB}" srcOrd="1" destOrd="0" presId="urn:microsoft.com/office/officeart/2018/2/layout/IconLabelList"/>
    <dgm:cxn modelId="{AEB932DA-6950-4E5A-9AE3-A3C053492AA3}" type="presParOf" srcId="{81017123-9344-49A3-888C-47257D2AAF58}" destId="{DF00392E-556C-46F6-A0EC-15405A2F3F53}" srcOrd="2" destOrd="0" presId="urn:microsoft.com/office/officeart/2018/2/layout/IconLabelList"/>
    <dgm:cxn modelId="{43F64BA6-39CE-478B-80C8-C760D0310F16}" type="presParOf" srcId="{63679403-D09B-467C-AFCD-BBD3D9CF2E52}" destId="{F9B4E335-87E2-4DF6-8F4B-3AE98AA4D127}" srcOrd="3" destOrd="0" presId="urn:microsoft.com/office/officeart/2018/2/layout/IconLabelList"/>
    <dgm:cxn modelId="{FAF2F7C9-F833-4503-84B9-4F82F1185729}" type="presParOf" srcId="{63679403-D09B-467C-AFCD-BBD3D9CF2E52}" destId="{59488C18-9129-4FF1-9265-752244943B48}" srcOrd="4" destOrd="0" presId="urn:microsoft.com/office/officeart/2018/2/layout/IconLabelList"/>
    <dgm:cxn modelId="{2BCA89FC-2E7C-4EC2-8CC1-4987DFBABABA}" type="presParOf" srcId="{59488C18-9129-4FF1-9265-752244943B48}" destId="{0AAACEBF-F2D6-4CF2-89C0-2A07DC653E74}" srcOrd="0" destOrd="0" presId="urn:microsoft.com/office/officeart/2018/2/layout/IconLabelList"/>
    <dgm:cxn modelId="{0FD4E0F7-76EC-4685-B78C-2CE5C8D2840B}" type="presParOf" srcId="{59488C18-9129-4FF1-9265-752244943B48}" destId="{05C1DCEF-602D-4557-8325-379608E66A13}" srcOrd="1" destOrd="0" presId="urn:microsoft.com/office/officeart/2018/2/layout/IconLabelList"/>
    <dgm:cxn modelId="{527A3E77-7449-4305-80F0-6EC478EA7FC5}" type="presParOf" srcId="{59488C18-9129-4FF1-9265-752244943B48}" destId="{A94DD22F-C70C-486F-82E7-E0C8C492AFE1}" srcOrd="2" destOrd="0" presId="urn:microsoft.com/office/officeart/2018/2/layout/IconLabelList"/>
    <dgm:cxn modelId="{9814FA2C-8A6A-4E44-B000-AAC45CAB3E33}" type="presParOf" srcId="{63679403-D09B-467C-AFCD-BBD3D9CF2E52}" destId="{49BFB049-F2F7-4635-98A1-E21CE1FC949C}" srcOrd="5" destOrd="0" presId="urn:microsoft.com/office/officeart/2018/2/layout/IconLabelList"/>
    <dgm:cxn modelId="{BE6EC9F6-8252-451D-B973-EA35FDD371BB}" type="presParOf" srcId="{63679403-D09B-467C-AFCD-BBD3D9CF2E52}" destId="{5EAEF276-1CE7-46D1-9582-BE820BCFCAE2}" srcOrd="6" destOrd="0" presId="urn:microsoft.com/office/officeart/2018/2/layout/IconLabelList"/>
    <dgm:cxn modelId="{F4FC39E3-A8E0-487B-BAB9-13C0285B95C7}" type="presParOf" srcId="{5EAEF276-1CE7-46D1-9582-BE820BCFCAE2}" destId="{913B3D26-38EF-46FC-A62E-C797178669A3}" srcOrd="0" destOrd="0" presId="urn:microsoft.com/office/officeart/2018/2/layout/IconLabelList"/>
    <dgm:cxn modelId="{D7B53FC4-D3BD-484C-980C-09E10CC6D293}" type="presParOf" srcId="{5EAEF276-1CE7-46D1-9582-BE820BCFCAE2}" destId="{29EB0333-1D8D-43BC-9F2B-38C094941E9D}" srcOrd="1" destOrd="0" presId="urn:microsoft.com/office/officeart/2018/2/layout/IconLabelList"/>
    <dgm:cxn modelId="{2073E57B-8CFF-47F2-A65A-1E48E437F767}" type="presParOf" srcId="{5EAEF276-1CE7-46D1-9582-BE820BCFCAE2}" destId="{0FFB2959-4629-49DC-B390-10227A1A1DD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A93791-2BD7-472C-BDA1-12050AF8588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315965F-904F-401F-95F2-AF29448CEB33}">
      <dgm:prSet/>
      <dgm:spPr/>
      <dgm:t>
        <a:bodyPr/>
        <a:lstStyle/>
        <a:p>
          <a:r>
            <a:rPr lang="en-US"/>
            <a:t>Track Total Sales and Revenue trends.</a:t>
          </a:r>
        </a:p>
      </dgm:t>
    </dgm:pt>
    <dgm:pt modelId="{76B8CD94-1C29-4958-809A-3FEE593B395A}" type="parTrans" cxnId="{E199F7CE-8409-4337-8572-BEFB99D869BA}">
      <dgm:prSet/>
      <dgm:spPr/>
      <dgm:t>
        <a:bodyPr/>
        <a:lstStyle/>
        <a:p>
          <a:endParaRPr lang="en-US"/>
        </a:p>
      </dgm:t>
    </dgm:pt>
    <dgm:pt modelId="{B58C2A48-4690-4B2A-9273-9EE8D25800DD}" type="sibTrans" cxnId="{E199F7CE-8409-4337-8572-BEFB99D869BA}">
      <dgm:prSet/>
      <dgm:spPr/>
      <dgm:t>
        <a:bodyPr/>
        <a:lstStyle/>
        <a:p>
          <a:endParaRPr lang="en-US"/>
        </a:p>
      </dgm:t>
    </dgm:pt>
    <dgm:pt modelId="{392A7EE6-778C-465C-A945-982D51249591}">
      <dgm:prSet/>
      <dgm:spPr/>
      <dgm:t>
        <a:bodyPr/>
        <a:lstStyle/>
        <a:p>
          <a:r>
            <a:rPr lang="en-US"/>
            <a:t>Calculate Average Revenue per Order.</a:t>
          </a:r>
        </a:p>
      </dgm:t>
    </dgm:pt>
    <dgm:pt modelId="{EA655F89-B185-435F-838F-D40B23914092}" type="parTrans" cxnId="{0F9D507B-E9D3-4D9D-A1FE-FAD915B3949E}">
      <dgm:prSet/>
      <dgm:spPr/>
      <dgm:t>
        <a:bodyPr/>
        <a:lstStyle/>
        <a:p>
          <a:endParaRPr lang="en-US"/>
        </a:p>
      </dgm:t>
    </dgm:pt>
    <dgm:pt modelId="{1361C66F-58F3-48F8-94C4-A885E16DD975}" type="sibTrans" cxnId="{0F9D507B-E9D3-4D9D-A1FE-FAD915B3949E}">
      <dgm:prSet/>
      <dgm:spPr/>
      <dgm:t>
        <a:bodyPr/>
        <a:lstStyle/>
        <a:p>
          <a:endParaRPr lang="en-US"/>
        </a:p>
      </dgm:t>
    </dgm:pt>
    <dgm:pt modelId="{5FAB1374-BEE2-4519-850E-5CE4C633E048}">
      <dgm:prSet/>
      <dgm:spPr/>
      <dgm:t>
        <a:bodyPr/>
        <a:lstStyle/>
        <a:p>
          <a:r>
            <a:rPr lang="en-US"/>
            <a:t>Identify best-selling products and categories.</a:t>
          </a:r>
        </a:p>
      </dgm:t>
    </dgm:pt>
    <dgm:pt modelId="{A30D82FE-67D0-45A3-A28B-9FD2C956BF4C}" type="parTrans" cxnId="{7C7A1C52-9355-4A69-BAEC-497DE2E12FC5}">
      <dgm:prSet/>
      <dgm:spPr/>
      <dgm:t>
        <a:bodyPr/>
        <a:lstStyle/>
        <a:p>
          <a:endParaRPr lang="en-US"/>
        </a:p>
      </dgm:t>
    </dgm:pt>
    <dgm:pt modelId="{32501042-DAEF-4F11-822D-B532778F1FCF}" type="sibTrans" cxnId="{7C7A1C52-9355-4A69-BAEC-497DE2E12FC5}">
      <dgm:prSet/>
      <dgm:spPr/>
      <dgm:t>
        <a:bodyPr/>
        <a:lstStyle/>
        <a:p>
          <a:endParaRPr lang="en-US"/>
        </a:p>
      </dgm:t>
    </dgm:pt>
    <dgm:pt modelId="{15B32512-49CF-49C4-8F39-AA3B7BE3BC2C}">
      <dgm:prSet/>
      <dgm:spPr/>
      <dgm:t>
        <a:bodyPr/>
        <a:lstStyle/>
        <a:p>
          <a:r>
            <a:rPr lang="en-US" dirty="0"/>
            <a:t>Analyze peak purchase hours and seasonal demand.</a:t>
          </a:r>
        </a:p>
      </dgm:t>
    </dgm:pt>
    <dgm:pt modelId="{785F6049-800D-49A6-993E-F8D35AAF2FAE}" type="parTrans" cxnId="{934616FB-66E4-43F1-BF92-356AA7319537}">
      <dgm:prSet/>
      <dgm:spPr/>
      <dgm:t>
        <a:bodyPr/>
        <a:lstStyle/>
        <a:p>
          <a:endParaRPr lang="en-US"/>
        </a:p>
      </dgm:t>
    </dgm:pt>
    <dgm:pt modelId="{18252A1F-55C0-4919-A854-C392080CB07B}" type="sibTrans" cxnId="{934616FB-66E4-43F1-BF92-356AA7319537}">
      <dgm:prSet/>
      <dgm:spPr/>
      <dgm:t>
        <a:bodyPr/>
        <a:lstStyle/>
        <a:p>
          <a:endParaRPr lang="en-US"/>
        </a:p>
      </dgm:t>
    </dgm:pt>
    <dgm:pt modelId="{E6C312DD-288C-4548-B2D8-61514A020A87}">
      <dgm:prSet/>
      <dgm:spPr/>
      <dgm:t>
        <a:bodyPr/>
        <a:lstStyle/>
        <a:p>
          <a:r>
            <a:rPr lang="en-US"/>
            <a:t>Support inventory and marketing decisions using data insights.</a:t>
          </a:r>
        </a:p>
      </dgm:t>
    </dgm:pt>
    <dgm:pt modelId="{8A7FAD3A-4DA1-4F8E-B3CB-1AA480E9D4F1}" type="parTrans" cxnId="{F56927ED-912B-46E1-8335-7105C2DEB032}">
      <dgm:prSet/>
      <dgm:spPr/>
      <dgm:t>
        <a:bodyPr/>
        <a:lstStyle/>
        <a:p>
          <a:endParaRPr lang="en-US"/>
        </a:p>
      </dgm:t>
    </dgm:pt>
    <dgm:pt modelId="{AF69F89A-11AC-4047-8F13-5C4FE4C5B600}" type="sibTrans" cxnId="{F56927ED-912B-46E1-8335-7105C2DEB032}">
      <dgm:prSet/>
      <dgm:spPr/>
      <dgm:t>
        <a:bodyPr/>
        <a:lstStyle/>
        <a:p>
          <a:endParaRPr lang="en-US"/>
        </a:p>
      </dgm:t>
    </dgm:pt>
    <dgm:pt modelId="{6574FAC2-E19E-4E2E-8CCF-C14896D4BEE2}" type="pres">
      <dgm:prSet presAssocID="{E1A93791-2BD7-472C-BDA1-12050AF85886}" presName="root" presStyleCnt="0">
        <dgm:presLayoutVars>
          <dgm:dir/>
          <dgm:resizeHandles val="exact"/>
        </dgm:presLayoutVars>
      </dgm:prSet>
      <dgm:spPr/>
    </dgm:pt>
    <dgm:pt modelId="{FD568A89-853A-45D5-A346-9A7AB217A3A1}" type="pres">
      <dgm:prSet presAssocID="{5315965F-904F-401F-95F2-AF29448CEB33}" presName="compNode" presStyleCnt="0"/>
      <dgm:spPr/>
    </dgm:pt>
    <dgm:pt modelId="{654A4143-822E-41E1-B3F9-ECCDC416A29D}" type="pres">
      <dgm:prSet presAssocID="{5315965F-904F-401F-95F2-AF29448CEB33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8BF055E-448A-470E-9E7D-D9980A8D6ECB}" type="pres">
      <dgm:prSet presAssocID="{5315965F-904F-401F-95F2-AF29448CEB33}" presName="spaceRect" presStyleCnt="0"/>
      <dgm:spPr/>
    </dgm:pt>
    <dgm:pt modelId="{E05048E8-CEFB-4834-A68D-8CFAF7301DEA}" type="pres">
      <dgm:prSet presAssocID="{5315965F-904F-401F-95F2-AF29448CEB33}" presName="textRect" presStyleLbl="revTx" presStyleIdx="0" presStyleCnt="5">
        <dgm:presLayoutVars>
          <dgm:chMax val="1"/>
          <dgm:chPref val="1"/>
        </dgm:presLayoutVars>
      </dgm:prSet>
      <dgm:spPr/>
    </dgm:pt>
    <dgm:pt modelId="{27F4C1DA-188C-4239-B523-94F9F4E6F4A8}" type="pres">
      <dgm:prSet presAssocID="{B58C2A48-4690-4B2A-9273-9EE8D25800DD}" presName="sibTrans" presStyleCnt="0"/>
      <dgm:spPr/>
    </dgm:pt>
    <dgm:pt modelId="{49989D61-638D-4585-9E2E-0B7E2A9C45B7}" type="pres">
      <dgm:prSet presAssocID="{392A7EE6-778C-465C-A945-982D51249591}" presName="compNode" presStyleCnt="0"/>
      <dgm:spPr/>
    </dgm:pt>
    <dgm:pt modelId="{BB853AE1-E779-4C2A-B981-498B283C6C03}" type="pres">
      <dgm:prSet presAssocID="{392A7EE6-778C-465C-A945-982D5124959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816CBC87-9967-4CE3-832B-89BA5EFADEA2}" type="pres">
      <dgm:prSet presAssocID="{392A7EE6-778C-465C-A945-982D51249591}" presName="spaceRect" presStyleCnt="0"/>
      <dgm:spPr/>
    </dgm:pt>
    <dgm:pt modelId="{AC1E1D81-4144-431E-87F6-86774B302739}" type="pres">
      <dgm:prSet presAssocID="{392A7EE6-778C-465C-A945-982D51249591}" presName="textRect" presStyleLbl="revTx" presStyleIdx="1" presStyleCnt="5">
        <dgm:presLayoutVars>
          <dgm:chMax val="1"/>
          <dgm:chPref val="1"/>
        </dgm:presLayoutVars>
      </dgm:prSet>
      <dgm:spPr/>
    </dgm:pt>
    <dgm:pt modelId="{071EFD10-2128-4035-9366-C13054F87E8D}" type="pres">
      <dgm:prSet presAssocID="{1361C66F-58F3-48F8-94C4-A885E16DD975}" presName="sibTrans" presStyleCnt="0"/>
      <dgm:spPr/>
    </dgm:pt>
    <dgm:pt modelId="{99FA3C83-DDBF-445C-8C1D-D442C58CC87E}" type="pres">
      <dgm:prSet presAssocID="{5FAB1374-BEE2-4519-850E-5CE4C633E048}" presName="compNode" presStyleCnt="0"/>
      <dgm:spPr/>
    </dgm:pt>
    <dgm:pt modelId="{7E2BE30E-845F-45FC-B1B4-C50C969AAD9B}" type="pres">
      <dgm:prSet presAssocID="{5FAB1374-BEE2-4519-850E-5CE4C633E048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 Hat"/>
        </a:ext>
      </dgm:extLst>
    </dgm:pt>
    <dgm:pt modelId="{4820E6BC-2454-4A74-B3F6-E6934B6929F3}" type="pres">
      <dgm:prSet presAssocID="{5FAB1374-BEE2-4519-850E-5CE4C633E048}" presName="spaceRect" presStyleCnt="0"/>
      <dgm:spPr/>
    </dgm:pt>
    <dgm:pt modelId="{E9EFDE00-D221-4E50-A69A-0A8608BD0534}" type="pres">
      <dgm:prSet presAssocID="{5FAB1374-BEE2-4519-850E-5CE4C633E048}" presName="textRect" presStyleLbl="revTx" presStyleIdx="2" presStyleCnt="5">
        <dgm:presLayoutVars>
          <dgm:chMax val="1"/>
          <dgm:chPref val="1"/>
        </dgm:presLayoutVars>
      </dgm:prSet>
      <dgm:spPr/>
    </dgm:pt>
    <dgm:pt modelId="{8BCEF912-9BF4-4DD0-BDD8-8B0A7F017E59}" type="pres">
      <dgm:prSet presAssocID="{32501042-DAEF-4F11-822D-B532778F1FCF}" presName="sibTrans" presStyleCnt="0"/>
      <dgm:spPr/>
    </dgm:pt>
    <dgm:pt modelId="{1FD6A8BF-3DB2-4DB3-A541-B6300C562433}" type="pres">
      <dgm:prSet presAssocID="{15B32512-49CF-49C4-8F39-AA3B7BE3BC2C}" presName="compNode" presStyleCnt="0"/>
      <dgm:spPr/>
    </dgm:pt>
    <dgm:pt modelId="{F3BEBEB2-2020-47F5-9844-49A9885E5D79}" type="pres">
      <dgm:prSet presAssocID="{15B32512-49CF-49C4-8F39-AA3B7BE3BC2C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937BF676-AD0C-4FEA-B6FB-2E29F346356D}" type="pres">
      <dgm:prSet presAssocID="{15B32512-49CF-49C4-8F39-AA3B7BE3BC2C}" presName="spaceRect" presStyleCnt="0"/>
      <dgm:spPr/>
    </dgm:pt>
    <dgm:pt modelId="{D7EABCEB-BC35-4F75-A949-AF00A28CD1A4}" type="pres">
      <dgm:prSet presAssocID="{15B32512-49CF-49C4-8F39-AA3B7BE3BC2C}" presName="textRect" presStyleLbl="revTx" presStyleIdx="3" presStyleCnt="5">
        <dgm:presLayoutVars>
          <dgm:chMax val="1"/>
          <dgm:chPref val="1"/>
        </dgm:presLayoutVars>
      </dgm:prSet>
      <dgm:spPr/>
    </dgm:pt>
    <dgm:pt modelId="{4566F4AB-489F-4CC5-8DF8-3F5A3A98A9A9}" type="pres">
      <dgm:prSet presAssocID="{18252A1F-55C0-4919-A854-C392080CB07B}" presName="sibTrans" presStyleCnt="0"/>
      <dgm:spPr/>
    </dgm:pt>
    <dgm:pt modelId="{F2354428-354F-4611-92D8-4A7B3A065786}" type="pres">
      <dgm:prSet presAssocID="{E6C312DD-288C-4548-B2D8-61514A020A87}" presName="compNode" presStyleCnt="0"/>
      <dgm:spPr/>
    </dgm:pt>
    <dgm:pt modelId="{E2894C3D-F2DA-4FD8-877C-611AB89CD6CA}" type="pres">
      <dgm:prSet presAssocID="{E6C312DD-288C-4548-B2D8-61514A020A8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6B485E6-2A7D-4965-A08A-FB9D68F4CFF2}" type="pres">
      <dgm:prSet presAssocID="{E6C312DD-288C-4548-B2D8-61514A020A87}" presName="spaceRect" presStyleCnt="0"/>
      <dgm:spPr/>
    </dgm:pt>
    <dgm:pt modelId="{4A6B68FB-C220-4271-B8F9-52175822790E}" type="pres">
      <dgm:prSet presAssocID="{E6C312DD-288C-4548-B2D8-61514A020A8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E503B60-C239-4289-ABB8-4C518E86AC81}" type="presOf" srcId="{5315965F-904F-401F-95F2-AF29448CEB33}" destId="{E05048E8-CEFB-4834-A68D-8CFAF7301DEA}" srcOrd="0" destOrd="0" presId="urn:microsoft.com/office/officeart/2018/2/layout/IconLabelList"/>
    <dgm:cxn modelId="{7C7A1C52-9355-4A69-BAEC-497DE2E12FC5}" srcId="{E1A93791-2BD7-472C-BDA1-12050AF85886}" destId="{5FAB1374-BEE2-4519-850E-5CE4C633E048}" srcOrd="2" destOrd="0" parTransId="{A30D82FE-67D0-45A3-A28B-9FD2C956BF4C}" sibTransId="{32501042-DAEF-4F11-822D-B532778F1FCF}"/>
    <dgm:cxn modelId="{0F9D507B-E9D3-4D9D-A1FE-FAD915B3949E}" srcId="{E1A93791-2BD7-472C-BDA1-12050AF85886}" destId="{392A7EE6-778C-465C-A945-982D51249591}" srcOrd="1" destOrd="0" parTransId="{EA655F89-B185-435F-838F-D40B23914092}" sibTransId="{1361C66F-58F3-48F8-94C4-A885E16DD975}"/>
    <dgm:cxn modelId="{7E204BAC-55E8-4338-85C3-A165D3E6A857}" type="presOf" srcId="{392A7EE6-778C-465C-A945-982D51249591}" destId="{AC1E1D81-4144-431E-87F6-86774B302739}" srcOrd="0" destOrd="0" presId="urn:microsoft.com/office/officeart/2018/2/layout/IconLabelList"/>
    <dgm:cxn modelId="{C3CF08B3-4BD0-4FF7-96CD-537D45FF4993}" type="presOf" srcId="{15B32512-49CF-49C4-8F39-AA3B7BE3BC2C}" destId="{D7EABCEB-BC35-4F75-A949-AF00A28CD1A4}" srcOrd="0" destOrd="0" presId="urn:microsoft.com/office/officeart/2018/2/layout/IconLabelList"/>
    <dgm:cxn modelId="{E199F7CE-8409-4337-8572-BEFB99D869BA}" srcId="{E1A93791-2BD7-472C-BDA1-12050AF85886}" destId="{5315965F-904F-401F-95F2-AF29448CEB33}" srcOrd="0" destOrd="0" parTransId="{76B8CD94-1C29-4958-809A-3FEE593B395A}" sibTransId="{B58C2A48-4690-4B2A-9273-9EE8D25800DD}"/>
    <dgm:cxn modelId="{6C986AEA-2167-4EB2-A26F-78B0A05D216B}" type="presOf" srcId="{E6C312DD-288C-4548-B2D8-61514A020A87}" destId="{4A6B68FB-C220-4271-B8F9-52175822790E}" srcOrd="0" destOrd="0" presId="urn:microsoft.com/office/officeart/2018/2/layout/IconLabelList"/>
    <dgm:cxn modelId="{43151DEC-BFAC-46D2-883E-5BB22275F37D}" type="presOf" srcId="{5FAB1374-BEE2-4519-850E-5CE4C633E048}" destId="{E9EFDE00-D221-4E50-A69A-0A8608BD0534}" srcOrd="0" destOrd="0" presId="urn:microsoft.com/office/officeart/2018/2/layout/IconLabelList"/>
    <dgm:cxn modelId="{F56927ED-912B-46E1-8335-7105C2DEB032}" srcId="{E1A93791-2BD7-472C-BDA1-12050AF85886}" destId="{E6C312DD-288C-4548-B2D8-61514A020A87}" srcOrd="4" destOrd="0" parTransId="{8A7FAD3A-4DA1-4F8E-B3CB-1AA480E9D4F1}" sibTransId="{AF69F89A-11AC-4047-8F13-5C4FE4C5B600}"/>
    <dgm:cxn modelId="{9B75B3F7-7E0E-4BB3-955E-7D7EEBCA2834}" type="presOf" srcId="{E1A93791-2BD7-472C-BDA1-12050AF85886}" destId="{6574FAC2-E19E-4E2E-8CCF-C14896D4BEE2}" srcOrd="0" destOrd="0" presId="urn:microsoft.com/office/officeart/2018/2/layout/IconLabelList"/>
    <dgm:cxn modelId="{934616FB-66E4-43F1-BF92-356AA7319537}" srcId="{E1A93791-2BD7-472C-BDA1-12050AF85886}" destId="{15B32512-49CF-49C4-8F39-AA3B7BE3BC2C}" srcOrd="3" destOrd="0" parTransId="{785F6049-800D-49A6-993E-F8D35AAF2FAE}" sibTransId="{18252A1F-55C0-4919-A854-C392080CB07B}"/>
    <dgm:cxn modelId="{BF3A0ACC-46A3-43AE-9E09-F1CF058DF3FA}" type="presParOf" srcId="{6574FAC2-E19E-4E2E-8CCF-C14896D4BEE2}" destId="{FD568A89-853A-45D5-A346-9A7AB217A3A1}" srcOrd="0" destOrd="0" presId="urn:microsoft.com/office/officeart/2018/2/layout/IconLabelList"/>
    <dgm:cxn modelId="{0FE18051-5A9B-4963-BA2C-ECDEFCC1B289}" type="presParOf" srcId="{FD568A89-853A-45D5-A346-9A7AB217A3A1}" destId="{654A4143-822E-41E1-B3F9-ECCDC416A29D}" srcOrd="0" destOrd="0" presId="urn:microsoft.com/office/officeart/2018/2/layout/IconLabelList"/>
    <dgm:cxn modelId="{01F91634-B795-466E-A661-A5B5983975A1}" type="presParOf" srcId="{FD568A89-853A-45D5-A346-9A7AB217A3A1}" destId="{B8BF055E-448A-470E-9E7D-D9980A8D6ECB}" srcOrd="1" destOrd="0" presId="urn:microsoft.com/office/officeart/2018/2/layout/IconLabelList"/>
    <dgm:cxn modelId="{97775F4C-3D8D-4534-BDCD-F8AE42B4EA7C}" type="presParOf" srcId="{FD568A89-853A-45D5-A346-9A7AB217A3A1}" destId="{E05048E8-CEFB-4834-A68D-8CFAF7301DEA}" srcOrd="2" destOrd="0" presId="urn:microsoft.com/office/officeart/2018/2/layout/IconLabelList"/>
    <dgm:cxn modelId="{4767DE8F-BB03-4726-B073-65E80ED20307}" type="presParOf" srcId="{6574FAC2-E19E-4E2E-8CCF-C14896D4BEE2}" destId="{27F4C1DA-188C-4239-B523-94F9F4E6F4A8}" srcOrd="1" destOrd="0" presId="urn:microsoft.com/office/officeart/2018/2/layout/IconLabelList"/>
    <dgm:cxn modelId="{F396FE66-0915-42B4-B506-DA011E228073}" type="presParOf" srcId="{6574FAC2-E19E-4E2E-8CCF-C14896D4BEE2}" destId="{49989D61-638D-4585-9E2E-0B7E2A9C45B7}" srcOrd="2" destOrd="0" presId="urn:microsoft.com/office/officeart/2018/2/layout/IconLabelList"/>
    <dgm:cxn modelId="{43C6FFF4-1FE9-43A2-9FFC-7266EFEE0424}" type="presParOf" srcId="{49989D61-638D-4585-9E2E-0B7E2A9C45B7}" destId="{BB853AE1-E779-4C2A-B981-498B283C6C03}" srcOrd="0" destOrd="0" presId="urn:microsoft.com/office/officeart/2018/2/layout/IconLabelList"/>
    <dgm:cxn modelId="{F0600E4A-FDFA-491A-8F51-20755B342E48}" type="presParOf" srcId="{49989D61-638D-4585-9E2E-0B7E2A9C45B7}" destId="{816CBC87-9967-4CE3-832B-89BA5EFADEA2}" srcOrd="1" destOrd="0" presId="urn:microsoft.com/office/officeart/2018/2/layout/IconLabelList"/>
    <dgm:cxn modelId="{56497389-A526-4DEB-8318-2BE3FA87C965}" type="presParOf" srcId="{49989D61-638D-4585-9E2E-0B7E2A9C45B7}" destId="{AC1E1D81-4144-431E-87F6-86774B302739}" srcOrd="2" destOrd="0" presId="urn:microsoft.com/office/officeart/2018/2/layout/IconLabelList"/>
    <dgm:cxn modelId="{B0361851-60EF-4448-83E0-2A02B72EFA93}" type="presParOf" srcId="{6574FAC2-E19E-4E2E-8CCF-C14896D4BEE2}" destId="{071EFD10-2128-4035-9366-C13054F87E8D}" srcOrd="3" destOrd="0" presId="urn:microsoft.com/office/officeart/2018/2/layout/IconLabelList"/>
    <dgm:cxn modelId="{BB304171-D75F-451C-93A2-51A10D928538}" type="presParOf" srcId="{6574FAC2-E19E-4E2E-8CCF-C14896D4BEE2}" destId="{99FA3C83-DDBF-445C-8C1D-D442C58CC87E}" srcOrd="4" destOrd="0" presId="urn:microsoft.com/office/officeart/2018/2/layout/IconLabelList"/>
    <dgm:cxn modelId="{76B5C633-CF11-4778-8DE8-58E1353D3399}" type="presParOf" srcId="{99FA3C83-DDBF-445C-8C1D-D442C58CC87E}" destId="{7E2BE30E-845F-45FC-B1B4-C50C969AAD9B}" srcOrd="0" destOrd="0" presId="urn:microsoft.com/office/officeart/2018/2/layout/IconLabelList"/>
    <dgm:cxn modelId="{00E24965-E844-4A3D-834C-8ED0133161E2}" type="presParOf" srcId="{99FA3C83-DDBF-445C-8C1D-D442C58CC87E}" destId="{4820E6BC-2454-4A74-B3F6-E6934B6929F3}" srcOrd="1" destOrd="0" presId="urn:microsoft.com/office/officeart/2018/2/layout/IconLabelList"/>
    <dgm:cxn modelId="{88E25181-E27E-461D-8813-4B0CF3A66A12}" type="presParOf" srcId="{99FA3C83-DDBF-445C-8C1D-D442C58CC87E}" destId="{E9EFDE00-D221-4E50-A69A-0A8608BD0534}" srcOrd="2" destOrd="0" presId="urn:microsoft.com/office/officeart/2018/2/layout/IconLabelList"/>
    <dgm:cxn modelId="{488A3485-C8DD-4E82-B2BF-4BB6AD901E33}" type="presParOf" srcId="{6574FAC2-E19E-4E2E-8CCF-C14896D4BEE2}" destId="{8BCEF912-9BF4-4DD0-BDD8-8B0A7F017E59}" srcOrd="5" destOrd="0" presId="urn:microsoft.com/office/officeart/2018/2/layout/IconLabelList"/>
    <dgm:cxn modelId="{F497A123-BE21-4862-9D13-51BE04385112}" type="presParOf" srcId="{6574FAC2-E19E-4E2E-8CCF-C14896D4BEE2}" destId="{1FD6A8BF-3DB2-4DB3-A541-B6300C562433}" srcOrd="6" destOrd="0" presId="urn:microsoft.com/office/officeart/2018/2/layout/IconLabelList"/>
    <dgm:cxn modelId="{D303ECB3-0577-4201-A890-CAFC4C9170E3}" type="presParOf" srcId="{1FD6A8BF-3DB2-4DB3-A541-B6300C562433}" destId="{F3BEBEB2-2020-47F5-9844-49A9885E5D79}" srcOrd="0" destOrd="0" presId="urn:microsoft.com/office/officeart/2018/2/layout/IconLabelList"/>
    <dgm:cxn modelId="{40B81161-D78C-4236-B9A3-CFD28B590274}" type="presParOf" srcId="{1FD6A8BF-3DB2-4DB3-A541-B6300C562433}" destId="{937BF676-AD0C-4FEA-B6FB-2E29F346356D}" srcOrd="1" destOrd="0" presId="urn:microsoft.com/office/officeart/2018/2/layout/IconLabelList"/>
    <dgm:cxn modelId="{3CFC23E6-D7CB-41CA-B75D-AD99600118E7}" type="presParOf" srcId="{1FD6A8BF-3DB2-4DB3-A541-B6300C562433}" destId="{D7EABCEB-BC35-4F75-A949-AF00A28CD1A4}" srcOrd="2" destOrd="0" presId="urn:microsoft.com/office/officeart/2018/2/layout/IconLabelList"/>
    <dgm:cxn modelId="{6911C36A-1F58-4B61-9CC8-939D87F5FE04}" type="presParOf" srcId="{6574FAC2-E19E-4E2E-8CCF-C14896D4BEE2}" destId="{4566F4AB-489F-4CC5-8DF8-3F5A3A98A9A9}" srcOrd="7" destOrd="0" presId="urn:microsoft.com/office/officeart/2018/2/layout/IconLabelList"/>
    <dgm:cxn modelId="{6A7155A5-3AFB-4555-B1E3-8C84C7C3B92F}" type="presParOf" srcId="{6574FAC2-E19E-4E2E-8CCF-C14896D4BEE2}" destId="{F2354428-354F-4611-92D8-4A7B3A065786}" srcOrd="8" destOrd="0" presId="urn:microsoft.com/office/officeart/2018/2/layout/IconLabelList"/>
    <dgm:cxn modelId="{0491B2A9-6635-485A-A512-058E6009F4AA}" type="presParOf" srcId="{F2354428-354F-4611-92D8-4A7B3A065786}" destId="{E2894C3D-F2DA-4FD8-877C-611AB89CD6CA}" srcOrd="0" destOrd="0" presId="urn:microsoft.com/office/officeart/2018/2/layout/IconLabelList"/>
    <dgm:cxn modelId="{7CFE9D91-5810-4D60-A7CF-402996DF002E}" type="presParOf" srcId="{F2354428-354F-4611-92D8-4A7B3A065786}" destId="{36B485E6-2A7D-4965-A08A-FB9D68F4CFF2}" srcOrd="1" destOrd="0" presId="urn:microsoft.com/office/officeart/2018/2/layout/IconLabelList"/>
    <dgm:cxn modelId="{D49AD4E7-336C-4AE1-9E7B-C9853241C2E5}" type="presParOf" srcId="{F2354428-354F-4611-92D8-4A7B3A065786}" destId="{4A6B68FB-C220-4271-B8F9-52175822790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6633B5-345C-4106-8FE3-6DE8F8333E2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3603362-F0AD-463A-A1AE-B5607EFA09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Total Revenue</a:t>
          </a:r>
        </a:p>
      </dgm:t>
    </dgm:pt>
    <dgm:pt modelId="{EC8FA116-04CE-42ED-A172-01E9D2B9196D}" type="parTrans" cxnId="{67AEB8F5-EA21-44D2-980B-EA6AFBFB4FE2}">
      <dgm:prSet/>
      <dgm:spPr/>
      <dgm:t>
        <a:bodyPr/>
        <a:lstStyle/>
        <a:p>
          <a:endParaRPr lang="en-US"/>
        </a:p>
      </dgm:t>
    </dgm:pt>
    <dgm:pt modelId="{F9EB550C-6B8A-414E-9133-DB2D444B9054}" type="sibTrans" cxnId="{67AEB8F5-EA21-44D2-980B-EA6AFBFB4FE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855B065-ACA3-4D80-8B64-CCF7A623525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Average Revenue per Order</a:t>
          </a:r>
        </a:p>
      </dgm:t>
    </dgm:pt>
    <dgm:pt modelId="{FAF53300-6C5C-4B7A-8997-B00BBDB90BFA}" type="parTrans" cxnId="{1A9C781B-6EA4-48DD-80C2-AAD7FEAFD157}">
      <dgm:prSet/>
      <dgm:spPr/>
      <dgm:t>
        <a:bodyPr/>
        <a:lstStyle/>
        <a:p>
          <a:endParaRPr lang="en-US"/>
        </a:p>
      </dgm:t>
    </dgm:pt>
    <dgm:pt modelId="{FD11BBCB-5FA9-461C-BFDA-6B6B7D1B6D35}" type="sibTrans" cxnId="{1A9C781B-6EA4-48DD-80C2-AAD7FEAFD15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83877F-E1AD-479D-8564-8E9F0A6E84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Monthly and Yearly Sales Growth</a:t>
          </a:r>
        </a:p>
      </dgm:t>
    </dgm:pt>
    <dgm:pt modelId="{F0F0F2CA-49F1-4D58-8279-E120A51FEF6E}" type="parTrans" cxnId="{486B70BD-26CC-4975-8941-24C6E7A7CE04}">
      <dgm:prSet/>
      <dgm:spPr/>
      <dgm:t>
        <a:bodyPr/>
        <a:lstStyle/>
        <a:p>
          <a:endParaRPr lang="en-US"/>
        </a:p>
      </dgm:t>
    </dgm:pt>
    <dgm:pt modelId="{8B8B09F9-CC27-4938-8C14-631912601984}" type="sibTrans" cxnId="{486B70BD-26CC-4975-8941-24C6E7A7CE0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CBAAD70-13CE-4B44-BBEA-B84F558565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Best-Selling Products</a:t>
          </a:r>
        </a:p>
      </dgm:t>
    </dgm:pt>
    <dgm:pt modelId="{2BCE420F-33E5-478F-967B-0C3B5E7B0828}" type="parTrans" cxnId="{E5D921D5-FFC0-409E-A5EE-C7BA4AD9D40B}">
      <dgm:prSet/>
      <dgm:spPr/>
      <dgm:t>
        <a:bodyPr/>
        <a:lstStyle/>
        <a:p>
          <a:endParaRPr lang="en-US"/>
        </a:p>
      </dgm:t>
    </dgm:pt>
    <dgm:pt modelId="{BC14FB7F-96A8-405F-9BDC-219B84B2EE5E}" type="sibTrans" cxnId="{E5D921D5-FFC0-409E-A5EE-C7BA4AD9D40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1CBB22A-4184-4F61-AA25-C7964AE1E1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Revenue by City/Region</a:t>
          </a:r>
        </a:p>
      </dgm:t>
    </dgm:pt>
    <dgm:pt modelId="{0635277E-6A83-4133-B53A-9E2A0440B76E}" type="parTrans" cxnId="{5CAD2F0F-7EF7-4D86-BCCA-C974900B7AAD}">
      <dgm:prSet/>
      <dgm:spPr/>
      <dgm:t>
        <a:bodyPr/>
        <a:lstStyle/>
        <a:p>
          <a:endParaRPr lang="en-US"/>
        </a:p>
      </dgm:t>
    </dgm:pt>
    <dgm:pt modelId="{E0AB1F16-882F-4A48-8E46-A71AE8011885}" type="sibTrans" cxnId="{5CAD2F0F-7EF7-4D86-BCCA-C974900B7AA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3FF5B40-29D6-441C-8356-BDF1AC99DA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Peak Purchasing Time Analysis</a:t>
          </a:r>
        </a:p>
      </dgm:t>
    </dgm:pt>
    <dgm:pt modelId="{79447B6C-FB67-486C-AE58-C77747582C7B}" type="parTrans" cxnId="{E3041340-B18D-4665-8AB8-E95F2C1EA9D0}">
      <dgm:prSet/>
      <dgm:spPr/>
      <dgm:t>
        <a:bodyPr/>
        <a:lstStyle/>
        <a:p>
          <a:endParaRPr lang="en-US"/>
        </a:p>
      </dgm:t>
    </dgm:pt>
    <dgm:pt modelId="{6BB75F34-83D0-4658-BE7E-F6A7B43B342B}" type="sibTrans" cxnId="{E3041340-B18D-4665-8AB8-E95F2C1EA9D0}">
      <dgm:prSet/>
      <dgm:spPr/>
      <dgm:t>
        <a:bodyPr/>
        <a:lstStyle/>
        <a:p>
          <a:endParaRPr lang="en-US"/>
        </a:p>
      </dgm:t>
    </dgm:pt>
    <dgm:pt modelId="{2B4756D2-7555-4073-A51F-A5CF7052DA9F}" type="pres">
      <dgm:prSet presAssocID="{526633B5-345C-4106-8FE3-6DE8F8333E29}" presName="root" presStyleCnt="0">
        <dgm:presLayoutVars>
          <dgm:dir/>
          <dgm:resizeHandles val="exact"/>
        </dgm:presLayoutVars>
      </dgm:prSet>
      <dgm:spPr/>
    </dgm:pt>
    <dgm:pt modelId="{8D122DD1-A72E-4D72-9A89-DAF56854C8DA}" type="pres">
      <dgm:prSet presAssocID="{526633B5-345C-4106-8FE3-6DE8F8333E29}" presName="container" presStyleCnt="0">
        <dgm:presLayoutVars>
          <dgm:dir/>
          <dgm:resizeHandles val="exact"/>
        </dgm:presLayoutVars>
      </dgm:prSet>
      <dgm:spPr/>
    </dgm:pt>
    <dgm:pt modelId="{5ED7371E-66FC-4121-A86A-4AEE16EEA568}" type="pres">
      <dgm:prSet presAssocID="{53603362-F0AD-463A-A1AE-B5607EFA09B0}" presName="compNode" presStyleCnt="0"/>
      <dgm:spPr/>
    </dgm:pt>
    <dgm:pt modelId="{88EABD50-3F8C-467B-A4D6-D1A7F220B68A}" type="pres">
      <dgm:prSet presAssocID="{53603362-F0AD-463A-A1AE-B5607EFA09B0}" presName="iconBgRect" presStyleLbl="bgShp" presStyleIdx="0" presStyleCnt="6"/>
      <dgm:spPr/>
    </dgm:pt>
    <dgm:pt modelId="{3EE70E5B-6C8A-4832-872C-560A497DFA30}" type="pres">
      <dgm:prSet presAssocID="{53603362-F0AD-463A-A1AE-B5607EFA09B0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9D80447-515C-4BF7-B83C-0CD7C9102FF4}" type="pres">
      <dgm:prSet presAssocID="{53603362-F0AD-463A-A1AE-B5607EFA09B0}" presName="spaceRect" presStyleCnt="0"/>
      <dgm:spPr/>
    </dgm:pt>
    <dgm:pt modelId="{C4F00E0E-4ECE-42A3-BED2-CF95786F76A7}" type="pres">
      <dgm:prSet presAssocID="{53603362-F0AD-463A-A1AE-B5607EFA09B0}" presName="textRect" presStyleLbl="revTx" presStyleIdx="0" presStyleCnt="6">
        <dgm:presLayoutVars>
          <dgm:chMax val="1"/>
          <dgm:chPref val="1"/>
        </dgm:presLayoutVars>
      </dgm:prSet>
      <dgm:spPr/>
    </dgm:pt>
    <dgm:pt modelId="{7A9001FD-C694-4AE3-B070-EDD29F29A014}" type="pres">
      <dgm:prSet presAssocID="{F9EB550C-6B8A-414E-9133-DB2D444B9054}" presName="sibTrans" presStyleLbl="sibTrans2D1" presStyleIdx="0" presStyleCnt="0"/>
      <dgm:spPr/>
    </dgm:pt>
    <dgm:pt modelId="{C85F28DE-0F0F-4123-8C6B-85FCEE845833}" type="pres">
      <dgm:prSet presAssocID="{E855B065-ACA3-4D80-8B64-CCF7A6235254}" presName="compNode" presStyleCnt="0"/>
      <dgm:spPr/>
    </dgm:pt>
    <dgm:pt modelId="{66EB5D38-4CEE-402B-AD69-5FD5EA10291E}" type="pres">
      <dgm:prSet presAssocID="{E855B065-ACA3-4D80-8B64-CCF7A6235254}" presName="iconBgRect" presStyleLbl="bgShp" presStyleIdx="1" presStyleCnt="6"/>
      <dgm:spPr/>
    </dgm:pt>
    <dgm:pt modelId="{6B4E946E-5266-4FBF-9CFE-94F0E0D3FC27}" type="pres">
      <dgm:prSet presAssocID="{E855B065-ACA3-4D80-8B64-CCF7A6235254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FBFA9054-C5ED-4E7E-BD41-F3DEF456892A}" type="pres">
      <dgm:prSet presAssocID="{E855B065-ACA3-4D80-8B64-CCF7A6235254}" presName="spaceRect" presStyleCnt="0"/>
      <dgm:spPr/>
    </dgm:pt>
    <dgm:pt modelId="{71A8AE63-C306-468B-91FD-F8EE319EEA99}" type="pres">
      <dgm:prSet presAssocID="{E855B065-ACA3-4D80-8B64-CCF7A6235254}" presName="textRect" presStyleLbl="revTx" presStyleIdx="1" presStyleCnt="6">
        <dgm:presLayoutVars>
          <dgm:chMax val="1"/>
          <dgm:chPref val="1"/>
        </dgm:presLayoutVars>
      </dgm:prSet>
      <dgm:spPr/>
    </dgm:pt>
    <dgm:pt modelId="{CD7CC72D-4CF6-451D-BF88-D59835E0B393}" type="pres">
      <dgm:prSet presAssocID="{FD11BBCB-5FA9-461C-BFDA-6B6B7D1B6D35}" presName="sibTrans" presStyleLbl="sibTrans2D1" presStyleIdx="0" presStyleCnt="0"/>
      <dgm:spPr/>
    </dgm:pt>
    <dgm:pt modelId="{000E9382-05EF-4A40-AB76-CF8A4B3502C3}" type="pres">
      <dgm:prSet presAssocID="{E183877F-E1AD-479D-8564-8E9F0A6E84A9}" presName="compNode" presStyleCnt="0"/>
      <dgm:spPr/>
    </dgm:pt>
    <dgm:pt modelId="{CBBE2A1B-766F-440F-88D7-238E1ED4F440}" type="pres">
      <dgm:prSet presAssocID="{E183877F-E1AD-479D-8564-8E9F0A6E84A9}" presName="iconBgRect" presStyleLbl="bgShp" presStyleIdx="2" presStyleCnt="6"/>
      <dgm:spPr/>
    </dgm:pt>
    <dgm:pt modelId="{3D1C5C30-76F9-43D4-A517-DE723CAF8738}" type="pres">
      <dgm:prSet presAssocID="{E183877F-E1AD-479D-8564-8E9F0A6E84A9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A795BD1-8F13-43F1-85E6-31171BFCC2CF}" type="pres">
      <dgm:prSet presAssocID="{E183877F-E1AD-479D-8564-8E9F0A6E84A9}" presName="spaceRect" presStyleCnt="0"/>
      <dgm:spPr/>
    </dgm:pt>
    <dgm:pt modelId="{900E4671-3A84-4F74-9615-342B634E81D1}" type="pres">
      <dgm:prSet presAssocID="{E183877F-E1AD-479D-8564-8E9F0A6E84A9}" presName="textRect" presStyleLbl="revTx" presStyleIdx="2" presStyleCnt="6">
        <dgm:presLayoutVars>
          <dgm:chMax val="1"/>
          <dgm:chPref val="1"/>
        </dgm:presLayoutVars>
      </dgm:prSet>
      <dgm:spPr/>
    </dgm:pt>
    <dgm:pt modelId="{103C01EC-4A6D-4FC8-89A8-580B1D4682D3}" type="pres">
      <dgm:prSet presAssocID="{8B8B09F9-CC27-4938-8C14-631912601984}" presName="sibTrans" presStyleLbl="sibTrans2D1" presStyleIdx="0" presStyleCnt="0"/>
      <dgm:spPr/>
    </dgm:pt>
    <dgm:pt modelId="{EE6BE5DC-345A-45EE-81D2-F2CE79E7521E}" type="pres">
      <dgm:prSet presAssocID="{FCBAAD70-13CE-4B44-BBEA-B84F558565B0}" presName="compNode" presStyleCnt="0"/>
      <dgm:spPr/>
    </dgm:pt>
    <dgm:pt modelId="{C23C13DC-9FFA-4E23-BAAE-504D630F5BA5}" type="pres">
      <dgm:prSet presAssocID="{FCBAAD70-13CE-4B44-BBEA-B84F558565B0}" presName="iconBgRect" presStyleLbl="bgShp" presStyleIdx="3" presStyleCnt="6"/>
      <dgm:spPr/>
    </dgm:pt>
    <dgm:pt modelId="{96C6A60F-C79E-42E2-ABA2-C5EB2A166D97}" type="pres">
      <dgm:prSet presAssocID="{FCBAAD70-13CE-4B44-BBEA-B84F558565B0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g"/>
        </a:ext>
      </dgm:extLst>
    </dgm:pt>
    <dgm:pt modelId="{DB705E6C-1875-4DA4-BFA3-248B256FE378}" type="pres">
      <dgm:prSet presAssocID="{FCBAAD70-13CE-4B44-BBEA-B84F558565B0}" presName="spaceRect" presStyleCnt="0"/>
      <dgm:spPr/>
    </dgm:pt>
    <dgm:pt modelId="{877F215E-6D4E-4405-AA4A-59C022F64492}" type="pres">
      <dgm:prSet presAssocID="{FCBAAD70-13CE-4B44-BBEA-B84F558565B0}" presName="textRect" presStyleLbl="revTx" presStyleIdx="3" presStyleCnt="6">
        <dgm:presLayoutVars>
          <dgm:chMax val="1"/>
          <dgm:chPref val="1"/>
        </dgm:presLayoutVars>
      </dgm:prSet>
      <dgm:spPr/>
    </dgm:pt>
    <dgm:pt modelId="{91C34193-DC76-4D0F-8A1E-6FAE92532575}" type="pres">
      <dgm:prSet presAssocID="{BC14FB7F-96A8-405F-9BDC-219B84B2EE5E}" presName="sibTrans" presStyleLbl="sibTrans2D1" presStyleIdx="0" presStyleCnt="0"/>
      <dgm:spPr/>
    </dgm:pt>
    <dgm:pt modelId="{76C10EBF-9DEB-4B82-B922-4D103008049D}" type="pres">
      <dgm:prSet presAssocID="{F1CBB22A-4184-4F61-AA25-C7964AE1E174}" presName="compNode" presStyleCnt="0"/>
      <dgm:spPr/>
    </dgm:pt>
    <dgm:pt modelId="{230A104B-5FFD-4DA5-A9F9-6B265C4DC2C7}" type="pres">
      <dgm:prSet presAssocID="{F1CBB22A-4184-4F61-AA25-C7964AE1E174}" presName="iconBgRect" presStyleLbl="bgShp" presStyleIdx="4" presStyleCnt="6"/>
      <dgm:spPr/>
    </dgm:pt>
    <dgm:pt modelId="{5B1D6594-4D8B-4C8C-A049-3EA5B33ACDC7}" type="pres">
      <dgm:prSet presAssocID="{F1CBB22A-4184-4F61-AA25-C7964AE1E174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D94D5CB2-0538-448B-9C50-4066D2A94B59}" type="pres">
      <dgm:prSet presAssocID="{F1CBB22A-4184-4F61-AA25-C7964AE1E174}" presName="spaceRect" presStyleCnt="0"/>
      <dgm:spPr/>
    </dgm:pt>
    <dgm:pt modelId="{256F8228-0035-4569-A0FA-057FBFD0AFC4}" type="pres">
      <dgm:prSet presAssocID="{F1CBB22A-4184-4F61-AA25-C7964AE1E174}" presName="textRect" presStyleLbl="revTx" presStyleIdx="4" presStyleCnt="6">
        <dgm:presLayoutVars>
          <dgm:chMax val="1"/>
          <dgm:chPref val="1"/>
        </dgm:presLayoutVars>
      </dgm:prSet>
      <dgm:spPr/>
    </dgm:pt>
    <dgm:pt modelId="{40580409-2FF4-4867-80B6-7393DF36BA5C}" type="pres">
      <dgm:prSet presAssocID="{E0AB1F16-882F-4A48-8E46-A71AE8011885}" presName="sibTrans" presStyleLbl="sibTrans2D1" presStyleIdx="0" presStyleCnt="0"/>
      <dgm:spPr/>
    </dgm:pt>
    <dgm:pt modelId="{CC968E15-F530-4A1D-8701-EC7A10AB2813}" type="pres">
      <dgm:prSet presAssocID="{53FF5B40-29D6-441C-8356-BDF1AC99DA46}" presName="compNode" presStyleCnt="0"/>
      <dgm:spPr/>
    </dgm:pt>
    <dgm:pt modelId="{32A58944-B8D1-4B99-9B58-F7FF4C610D5F}" type="pres">
      <dgm:prSet presAssocID="{53FF5B40-29D6-441C-8356-BDF1AC99DA46}" presName="iconBgRect" presStyleLbl="bgShp" presStyleIdx="5" presStyleCnt="6"/>
      <dgm:spPr/>
    </dgm:pt>
    <dgm:pt modelId="{8CB440E7-EE81-4C6D-BF6A-9EE6FD434F09}" type="pres">
      <dgm:prSet presAssocID="{53FF5B40-29D6-441C-8356-BDF1AC99DA46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76F175EB-5FFB-4ED3-BFF8-FB7DA0CFCE8B}" type="pres">
      <dgm:prSet presAssocID="{53FF5B40-29D6-441C-8356-BDF1AC99DA46}" presName="spaceRect" presStyleCnt="0"/>
      <dgm:spPr/>
    </dgm:pt>
    <dgm:pt modelId="{3C23F1F5-6A97-4606-A491-BB8128FCF7F9}" type="pres">
      <dgm:prSet presAssocID="{53FF5B40-29D6-441C-8356-BDF1AC99DA46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99E0807-C874-4831-B311-67FED266C718}" type="presOf" srcId="{FCBAAD70-13CE-4B44-BBEA-B84F558565B0}" destId="{877F215E-6D4E-4405-AA4A-59C022F64492}" srcOrd="0" destOrd="0" presId="urn:microsoft.com/office/officeart/2018/2/layout/IconCircleList"/>
    <dgm:cxn modelId="{5CAD2F0F-7EF7-4D86-BCCA-C974900B7AAD}" srcId="{526633B5-345C-4106-8FE3-6DE8F8333E29}" destId="{F1CBB22A-4184-4F61-AA25-C7964AE1E174}" srcOrd="4" destOrd="0" parTransId="{0635277E-6A83-4133-B53A-9E2A0440B76E}" sibTransId="{E0AB1F16-882F-4A48-8E46-A71AE8011885}"/>
    <dgm:cxn modelId="{A3AEC30F-6214-4383-8DAB-4EFDD0FBE5D4}" type="presOf" srcId="{FD11BBCB-5FA9-461C-BFDA-6B6B7D1B6D35}" destId="{CD7CC72D-4CF6-451D-BF88-D59835E0B393}" srcOrd="0" destOrd="0" presId="urn:microsoft.com/office/officeart/2018/2/layout/IconCircleList"/>
    <dgm:cxn modelId="{1A9C781B-6EA4-48DD-80C2-AAD7FEAFD157}" srcId="{526633B5-345C-4106-8FE3-6DE8F8333E29}" destId="{E855B065-ACA3-4D80-8B64-CCF7A6235254}" srcOrd="1" destOrd="0" parTransId="{FAF53300-6C5C-4B7A-8997-B00BBDB90BFA}" sibTransId="{FD11BBCB-5FA9-461C-BFDA-6B6B7D1B6D35}"/>
    <dgm:cxn modelId="{7A02351F-7517-41D3-A752-C41ABD62961C}" type="presOf" srcId="{526633B5-345C-4106-8FE3-6DE8F8333E29}" destId="{2B4756D2-7555-4073-A51F-A5CF7052DA9F}" srcOrd="0" destOrd="0" presId="urn:microsoft.com/office/officeart/2018/2/layout/IconCircleList"/>
    <dgm:cxn modelId="{E3041340-B18D-4665-8AB8-E95F2C1EA9D0}" srcId="{526633B5-345C-4106-8FE3-6DE8F8333E29}" destId="{53FF5B40-29D6-441C-8356-BDF1AC99DA46}" srcOrd="5" destOrd="0" parTransId="{79447B6C-FB67-486C-AE58-C77747582C7B}" sibTransId="{6BB75F34-83D0-4658-BE7E-F6A7B43B342B}"/>
    <dgm:cxn modelId="{FB5D2946-D2EE-44A2-BB87-37B30F4F1EEF}" type="presOf" srcId="{F9EB550C-6B8A-414E-9133-DB2D444B9054}" destId="{7A9001FD-C694-4AE3-B070-EDD29F29A014}" srcOrd="0" destOrd="0" presId="urn:microsoft.com/office/officeart/2018/2/layout/IconCircleList"/>
    <dgm:cxn modelId="{E26DE06C-0370-4BA4-B895-0619614A523D}" type="presOf" srcId="{E0AB1F16-882F-4A48-8E46-A71AE8011885}" destId="{40580409-2FF4-4867-80B6-7393DF36BA5C}" srcOrd="0" destOrd="0" presId="urn:microsoft.com/office/officeart/2018/2/layout/IconCircleList"/>
    <dgm:cxn modelId="{44788E72-DD64-4CBB-B4C0-6904735D1A2B}" type="presOf" srcId="{53603362-F0AD-463A-A1AE-B5607EFA09B0}" destId="{C4F00E0E-4ECE-42A3-BED2-CF95786F76A7}" srcOrd="0" destOrd="0" presId="urn:microsoft.com/office/officeart/2018/2/layout/IconCircleList"/>
    <dgm:cxn modelId="{414FB889-9191-4562-8B19-8943F7CFA989}" type="presOf" srcId="{F1CBB22A-4184-4F61-AA25-C7964AE1E174}" destId="{256F8228-0035-4569-A0FA-057FBFD0AFC4}" srcOrd="0" destOrd="0" presId="urn:microsoft.com/office/officeart/2018/2/layout/IconCircleList"/>
    <dgm:cxn modelId="{CD381C8B-D6E8-4814-9222-253E3C699933}" type="presOf" srcId="{53FF5B40-29D6-441C-8356-BDF1AC99DA46}" destId="{3C23F1F5-6A97-4606-A491-BB8128FCF7F9}" srcOrd="0" destOrd="0" presId="urn:microsoft.com/office/officeart/2018/2/layout/IconCircleList"/>
    <dgm:cxn modelId="{27231793-C744-433B-A8F5-D57465461605}" type="presOf" srcId="{E855B065-ACA3-4D80-8B64-CCF7A6235254}" destId="{71A8AE63-C306-468B-91FD-F8EE319EEA99}" srcOrd="0" destOrd="0" presId="urn:microsoft.com/office/officeart/2018/2/layout/IconCircleList"/>
    <dgm:cxn modelId="{26BFD49D-8E15-4891-A13E-3DC9CE680F16}" type="presOf" srcId="{BC14FB7F-96A8-405F-9BDC-219B84B2EE5E}" destId="{91C34193-DC76-4D0F-8A1E-6FAE92532575}" srcOrd="0" destOrd="0" presId="urn:microsoft.com/office/officeart/2018/2/layout/IconCircleList"/>
    <dgm:cxn modelId="{486B70BD-26CC-4975-8941-24C6E7A7CE04}" srcId="{526633B5-345C-4106-8FE3-6DE8F8333E29}" destId="{E183877F-E1AD-479D-8564-8E9F0A6E84A9}" srcOrd="2" destOrd="0" parTransId="{F0F0F2CA-49F1-4D58-8279-E120A51FEF6E}" sibTransId="{8B8B09F9-CC27-4938-8C14-631912601984}"/>
    <dgm:cxn modelId="{E5D921D5-FFC0-409E-A5EE-C7BA4AD9D40B}" srcId="{526633B5-345C-4106-8FE3-6DE8F8333E29}" destId="{FCBAAD70-13CE-4B44-BBEA-B84F558565B0}" srcOrd="3" destOrd="0" parTransId="{2BCE420F-33E5-478F-967B-0C3B5E7B0828}" sibTransId="{BC14FB7F-96A8-405F-9BDC-219B84B2EE5E}"/>
    <dgm:cxn modelId="{F7BEB8E6-63C7-46E1-9942-1A9C65FD1EFC}" type="presOf" srcId="{E183877F-E1AD-479D-8564-8E9F0A6E84A9}" destId="{900E4671-3A84-4F74-9615-342B634E81D1}" srcOrd="0" destOrd="0" presId="urn:microsoft.com/office/officeart/2018/2/layout/IconCircleList"/>
    <dgm:cxn modelId="{D327B4EA-1EE2-4B34-942A-D62408C7EA96}" type="presOf" srcId="{8B8B09F9-CC27-4938-8C14-631912601984}" destId="{103C01EC-4A6D-4FC8-89A8-580B1D4682D3}" srcOrd="0" destOrd="0" presId="urn:microsoft.com/office/officeart/2018/2/layout/IconCircleList"/>
    <dgm:cxn modelId="{67AEB8F5-EA21-44D2-980B-EA6AFBFB4FE2}" srcId="{526633B5-345C-4106-8FE3-6DE8F8333E29}" destId="{53603362-F0AD-463A-A1AE-B5607EFA09B0}" srcOrd="0" destOrd="0" parTransId="{EC8FA116-04CE-42ED-A172-01E9D2B9196D}" sibTransId="{F9EB550C-6B8A-414E-9133-DB2D444B9054}"/>
    <dgm:cxn modelId="{85026ECE-3EFD-4BF8-ABB0-B6B3A198F2CA}" type="presParOf" srcId="{2B4756D2-7555-4073-A51F-A5CF7052DA9F}" destId="{8D122DD1-A72E-4D72-9A89-DAF56854C8DA}" srcOrd="0" destOrd="0" presId="urn:microsoft.com/office/officeart/2018/2/layout/IconCircleList"/>
    <dgm:cxn modelId="{3ACD2E0D-33DA-4E05-823F-9A06D8827B0C}" type="presParOf" srcId="{8D122DD1-A72E-4D72-9A89-DAF56854C8DA}" destId="{5ED7371E-66FC-4121-A86A-4AEE16EEA568}" srcOrd="0" destOrd="0" presId="urn:microsoft.com/office/officeart/2018/2/layout/IconCircleList"/>
    <dgm:cxn modelId="{906029B3-B43B-4939-9019-D8C23E0CCD27}" type="presParOf" srcId="{5ED7371E-66FC-4121-A86A-4AEE16EEA568}" destId="{88EABD50-3F8C-467B-A4D6-D1A7F220B68A}" srcOrd="0" destOrd="0" presId="urn:microsoft.com/office/officeart/2018/2/layout/IconCircleList"/>
    <dgm:cxn modelId="{10DDE9B0-D08E-49C0-B1B6-CCA7BDAA17CB}" type="presParOf" srcId="{5ED7371E-66FC-4121-A86A-4AEE16EEA568}" destId="{3EE70E5B-6C8A-4832-872C-560A497DFA30}" srcOrd="1" destOrd="0" presId="urn:microsoft.com/office/officeart/2018/2/layout/IconCircleList"/>
    <dgm:cxn modelId="{EBCD126D-D9CB-42B7-9451-C712261AE6F0}" type="presParOf" srcId="{5ED7371E-66FC-4121-A86A-4AEE16EEA568}" destId="{C9D80447-515C-4BF7-B83C-0CD7C9102FF4}" srcOrd="2" destOrd="0" presId="urn:microsoft.com/office/officeart/2018/2/layout/IconCircleList"/>
    <dgm:cxn modelId="{8657C9DF-11D3-450D-AC56-088C07EFC870}" type="presParOf" srcId="{5ED7371E-66FC-4121-A86A-4AEE16EEA568}" destId="{C4F00E0E-4ECE-42A3-BED2-CF95786F76A7}" srcOrd="3" destOrd="0" presId="urn:microsoft.com/office/officeart/2018/2/layout/IconCircleList"/>
    <dgm:cxn modelId="{B67718DB-C942-4EDA-8825-2F3942A52C64}" type="presParOf" srcId="{8D122DD1-A72E-4D72-9A89-DAF56854C8DA}" destId="{7A9001FD-C694-4AE3-B070-EDD29F29A014}" srcOrd="1" destOrd="0" presId="urn:microsoft.com/office/officeart/2018/2/layout/IconCircleList"/>
    <dgm:cxn modelId="{30994AE6-A00D-4A48-AACC-46AD8D5A10BE}" type="presParOf" srcId="{8D122DD1-A72E-4D72-9A89-DAF56854C8DA}" destId="{C85F28DE-0F0F-4123-8C6B-85FCEE845833}" srcOrd="2" destOrd="0" presId="urn:microsoft.com/office/officeart/2018/2/layout/IconCircleList"/>
    <dgm:cxn modelId="{1DC5D9CD-C431-4C54-9558-E2EBC449C623}" type="presParOf" srcId="{C85F28DE-0F0F-4123-8C6B-85FCEE845833}" destId="{66EB5D38-4CEE-402B-AD69-5FD5EA10291E}" srcOrd="0" destOrd="0" presId="urn:microsoft.com/office/officeart/2018/2/layout/IconCircleList"/>
    <dgm:cxn modelId="{903A28DC-15FF-4E0F-B489-423FDBCD4030}" type="presParOf" srcId="{C85F28DE-0F0F-4123-8C6B-85FCEE845833}" destId="{6B4E946E-5266-4FBF-9CFE-94F0E0D3FC27}" srcOrd="1" destOrd="0" presId="urn:microsoft.com/office/officeart/2018/2/layout/IconCircleList"/>
    <dgm:cxn modelId="{A267F5A4-3852-41C9-BE52-D653FF7B880E}" type="presParOf" srcId="{C85F28DE-0F0F-4123-8C6B-85FCEE845833}" destId="{FBFA9054-C5ED-4E7E-BD41-F3DEF456892A}" srcOrd="2" destOrd="0" presId="urn:microsoft.com/office/officeart/2018/2/layout/IconCircleList"/>
    <dgm:cxn modelId="{5725DEC0-1DFA-4906-AF86-4004886125A9}" type="presParOf" srcId="{C85F28DE-0F0F-4123-8C6B-85FCEE845833}" destId="{71A8AE63-C306-468B-91FD-F8EE319EEA99}" srcOrd="3" destOrd="0" presId="urn:microsoft.com/office/officeart/2018/2/layout/IconCircleList"/>
    <dgm:cxn modelId="{39059E66-3690-42DE-ABCA-77A00F4705C7}" type="presParOf" srcId="{8D122DD1-A72E-4D72-9A89-DAF56854C8DA}" destId="{CD7CC72D-4CF6-451D-BF88-D59835E0B393}" srcOrd="3" destOrd="0" presId="urn:microsoft.com/office/officeart/2018/2/layout/IconCircleList"/>
    <dgm:cxn modelId="{98EE398A-9061-4DF4-A512-926D9C546E83}" type="presParOf" srcId="{8D122DD1-A72E-4D72-9A89-DAF56854C8DA}" destId="{000E9382-05EF-4A40-AB76-CF8A4B3502C3}" srcOrd="4" destOrd="0" presId="urn:microsoft.com/office/officeart/2018/2/layout/IconCircleList"/>
    <dgm:cxn modelId="{68ACBD06-3E27-4F47-B624-AF37A9F4ADB9}" type="presParOf" srcId="{000E9382-05EF-4A40-AB76-CF8A4B3502C3}" destId="{CBBE2A1B-766F-440F-88D7-238E1ED4F440}" srcOrd="0" destOrd="0" presId="urn:microsoft.com/office/officeart/2018/2/layout/IconCircleList"/>
    <dgm:cxn modelId="{9FBB61DA-0D28-4B1F-9A5F-0CD67D9A812D}" type="presParOf" srcId="{000E9382-05EF-4A40-AB76-CF8A4B3502C3}" destId="{3D1C5C30-76F9-43D4-A517-DE723CAF8738}" srcOrd="1" destOrd="0" presId="urn:microsoft.com/office/officeart/2018/2/layout/IconCircleList"/>
    <dgm:cxn modelId="{D1F73A8C-905E-4CA1-ABF4-7DFAFF09AE17}" type="presParOf" srcId="{000E9382-05EF-4A40-AB76-CF8A4B3502C3}" destId="{7A795BD1-8F13-43F1-85E6-31171BFCC2CF}" srcOrd="2" destOrd="0" presId="urn:microsoft.com/office/officeart/2018/2/layout/IconCircleList"/>
    <dgm:cxn modelId="{5AE47FE0-F4CB-4A93-A94C-0F50B55C67DB}" type="presParOf" srcId="{000E9382-05EF-4A40-AB76-CF8A4B3502C3}" destId="{900E4671-3A84-4F74-9615-342B634E81D1}" srcOrd="3" destOrd="0" presId="urn:microsoft.com/office/officeart/2018/2/layout/IconCircleList"/>
    <dgm:cxn modelId="{C2F00885-3FD2-401F-8806-15B9B32AA40E}" type="presParOf" srcId="{8D122DD1-A72E-4D72-9A89-DAF56854C8DA}" destId="{103C01EC-4A6D-4FC8-89A8-580B1D4682D3}" srcOrd="5" destOrd="0" presId="urn:microsoft.com/office/officeart/2018/2/layout/IconCircleList"/>
    <dgm:cxn modelId="{2B3DB47A-CD7B-46F5-8881-5A7C199B2231}" type="presParOf" srcId="{8D122DD1-A72E-4D72-9A89-DAF56854C8DA}" destId="{EE6BE5DC-345A-45EE-81D2-F2CE79E7521E}" srcOrd="6" destOrd="0" presId="urn:microsoft.com/office/officeart/2018/2/layout/IconCircleList"/>
    <dgm:cxn modelId="{9BDD8A77-D416-45EA-A202-D5DAEA514BEF}" type="presParOf" srcId="{EE6BE5DC-345A-45EE-81D2-F2CE79E7521E}" destId="{C23C13DC-9FFA-4E23-BAAE-504D630F5BA5}" srcOrd="0" destOrd="0" presId="urn:microsoft.com/office/officeart/2018/2/layout/IconCircleList"/>
    <dgm:cxn modelId="{054B2064-F87C-4972-AEBE-563C9694108A}" type="presParOf" srcId="{EE6BE5DC-345A-45EE-81D2-F2CE79E7521E}" destId="{96C6A60F-C79E-42E2-ABA2-C5EB2A166D97}" srcOrd="1" destOrd="0" presId="urn:microsoft.com/office/officeart/2018/2/layout/IconCircleList"/>
    <dgm:cxn modelId="{EF8161B1-8AE6-44B3-8F99-10E713FF56D1}" type="presParOf" srcId="{EE6BE5DC-345A-45EE-81D2-F2CE79E7521E}" destId="{DB705E6C-1875-4DA4-BFA3-248B256FE378}" srcOrd="2" destOrd="0" presId="urn:microsoft.com/office/officeart/2018/2/layout/IconCircleList"/>
    <dgm:cxn modelId="{B9846EB7-8C0C-4A1D-8C8F-B19293B99FE6}" type="presParOf" srcId="{EE6BE5DC-345A-45EE-81D2-F2CE79E7521E}" destId="{877F215E-6D4E-4405-AA4A-59C022F64492}" srcOrd="3" destOrd="0" presId="urn:microsoft.com/office/officeart/2018/2/layout/IconCircleList"/>
    <dgm:cxn modelId="{A06FD58B-E825-40AE-90FA-F65948AA207A}" type="presParOf" srcId="{8D122DD1-A72E-4D72-9A89-DAF56854C8DA}" destId="{91C34193-DC76-4D0F-8A1E-6FAE92532575}" srcOrd="7" destOrd="0" presId="urn:microsoft.com/office/officeart/2018/2/layout/IconCircleList"/>
    <dgm:cxn modelId="{FF279D94-8B63-46FA-B1BF-AA8F50ED42B2}" type="presParOf" srcId="{8D122DD1-A72E-4D72-9A89-DAF56854C8DA}" destId="{76C10EBF-9DEB-4B82-B922-4D103008049D}" srcOrd="8" destOrd="0" presId="urn:microsoft.com/office/officeart/2018/2/layout/IconCircleList"/>
    <dgm:cxn modelId="{80A3CA95-CFFE-4A9F-8FD9-02CC8DD587E3}" type="presParOf" srcId="{76C10EBF-9DEB-4B82-B922-4D103008049D}" destId="{230A104B-5FFD-4DA5-A9F9-6B265C4DC2C7}" srcOrd="0" destOrd="0" presId="urn:microsoft.com/office/officeart/2018/2/layout/IconCircleList"/>
    <dgm:cxn modelId="{37C13CBC-D733-45DC-91D3-395FA5232870}" type="presParOf" srcId="{76C10EBF-9DEB-4B82-B922-4D103008049D}" destId="{5B1D6594-4D8B-4C8C-A049-3EA5B33ACDC7}" srcOrd="1" destOrd="0" presId="urn:microsoft.com/office/officeart/2018/2/layout/IconCircleList"/>
    <dgm:cxn modelId="{350281F8-A1E8-47A5-BB6A-28F087C1B7DE}" type="presParOf" srcId="{76C10EBF-9DEB-4B82-B922-4D103008049D}" destId="{D94D5CB2-0538-448B-9C50-4066D2A94B59}" srcOrd="2" destOrd="0" presId="urn:microsoft.com/office/officeart/2018/2/layout/IconCircleList"/>
    <dgm:cxn modelId="{76BE6F03-65F4-46BB-B0CE-F2D22139FB98}" type="presParOf" srcId="{76C10EBF-9DEB-4B82-B922-4D103008049D}" destId="{256F8228-0035-4569-A0FA-057FBFD0AFC4}" srcOrd="3" destOrd="0" presId="urn:microsoft.com/office/officeart/2018/2/layout/IconCircleList"/>
    <dgm:cxn modelId="{9790B883-F13C-4EEF-843B-9BB95B398929}" type="presParOf" srcId="{8D122DD1-A72E-4D72-9A89-DAF56854C8DA}" destId="{40580409-2FF4-4867-80B6-7393DF36BA5C}" srcOrd="9" destOrd="0" presId="urn:microsoft.com/office/officeart/2018/2/layout/IconCircleList"/>
    <dgm:cxn modelId="{D0860C35-66EF-4EBC-A2BE-0525B74D3D49}" type="presParOf" srcId="{8D122DD1-A72E-4D72-9A89-DAF56854C8DA}" destId="{CC968E15-F530-4A1D-8701-EC7A10AB2813}" srcOrd="10" destOrd="0" presId="urn:microsoft.com/office/officeart/2018/2/layout/IconCircleList"/>
    <dgm:cxn modelId="{1F93BCE8-A0F0-4B04-82D2-6EF2F05595F5}" type="presParOf" srcId="{CC968E15-F530-4A1D-8701-EC7A10AB2813}" destId="{32A58944-B8D1-4B99-9B58-F7FF4C610D5F}" srcOrd="0" destOrd="0" presId="urn:microsoft.com/office/officeart/2018/2/layout/IconCircleList"/>
    <dgm:cxn modelId="{4237AA0D-7F70-4065-8D9A-C19FA0F1631E}" type="presParOf" srcId="{CC968E15-F530-4A1D-8701-EC7A10AB2813}" destId="{8CB440E7-EE81-4C6D-BF6A-9EE6FD434F09}" srcOrd="1" destOrd="0" presId="urn:microsoft.com/office/officeart/2018/2/layout/IconCircleList"/>
    <dgm:cxn modelId="{F28EE0D5-CBF8-45A3-9407-B18C1EE8EA05}" type="presParOf" srcId="{CC968E15-F530-4A1D-8701-EC7A10AB2813}" destId="{76F175EB-5FFB-4ED3-BFF8-FB7DA0CFCE8B}" srcOrd="2" destOrd="0" presId="urn:microsoft.com/office/officeart/2018/2/layout/IconCircleList"/>
    <dgm:cxn modelId="{2A484500-AAD8-49A3-AC55-DEF36C2060C6}" type="presParOf" srcId="{CC968E15-F530-4A1D-8701-EC7A10AB2813}" destId="{3C23F1F5-6A97-4606-A491-BB8128FCF7F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4A133ED-BD79-4E01-9F7E-B86FB55220B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BD61618-1176-4425-B0D5-7F8FC627C4B4}">
      <dgm:prSet/>
      <dgm:spPr/>
      <dgm:t>
        <a:bodyPr/>
        <a:lstStyle/>
        <a:p>
          <a:r>
            <a:rPr lang="en-US"/>
            <a:t>Python (Pandas): Data cleaning and transformation.</a:t>
          </a:r>
        </a:p>
      </dgm:t>
    </dgm:pt>
    <dgm:pt modelId="{6772FA47-86FA-4D93-AF3A-35098D6EB310}" type="parTrans" cxnId="{818DF885-E202-45DD-A36A-E53A65350105}">
      <dgm:prSet/>
      <dgm:spPr/>
      <dgm:t>
        <a:bodyPr/>
        <a:lstStyle/>
        <a:p>
          <a:endParaRPr lang="en-US"/>
        </a:p>
      </dgm:t>
    </dgm:pt>
    <dgm:pt modelId="{DBE57952-C9D8-4DB4-BCF7-DAA50418570E}" type="sibTrans" cxnId="{818DF885-E202-45DD-A36A-E53A65350105}">
      <dgm:prSet/>
      <dgm:spPr/>
      <dgm:t>
        <a:bodyPr/>
        <a:lstStyle/>
        <a:p>
          <a:endParaRPr lang="en-US"/>
        </a:p>
      </dgm:t>
    </dgm:pt>
    <dgm:pt modelId="{53F3F30D-AA70-4134-BD2A-353B8AF4AB6A}">
      <dgm:prSet/>
      <dgm:spPr/>
      <dgm:t>
        <a:bodyPr/>
        <a:lstStyle/>
        <a:p>
          <a:r>
            <a:rPr lang="en-US"/>
            <a:t>Excel: Initial exploration and pivot analysis.</a:t>
          </a:r>
        </a:p>
      </dgm:t>
    </dgm:pt>
    <dgm:pt modelId="{F3890358-93B2-4115-943A-83112045A9C1}" type="parTrans" cxnId="{644EC55E-E0B5-4810-9AAD-CF3DA2ABA360}">
      <dgm:prSet/>
      <dgm:spPr/>
      <dgm:t>
        <a:bodyPr/>
        <a:lstStyle/>
        <a:p>
          <a:endParaRPr lang="en-US"/>
        </a:p>
      </dgm:t>
    </dgm:pt>
    <dgm:pt modelId="{81A20BFB-0C6B-4164-9DF1-C4CA67F749C2}" type="sibTrans" cxnId="{644EC55E-E0B5-4810-9AAD-CF3DA2ABA360}">
      <dgm:prSet/>
      <dgm:spPr/>
      <dgm:t>
        <a:bodyPr/>
        <a:lstStyle/>
        <a:p>
          <a:endParaRPr lang="en-US"/>
        </a:p>
      </dgm:t>
    </dgm:pt>
    <dgm:pt modelId="{BBDC4A82-1E1E-4B85-A3BA-B4E83C65949C}">
      <dgm:prSet/>
      <dgm:spPr/>
      <dgm:t>
        <a:bodyPr/>
        <a:lstStyle/>
        <a:p>
          <a:r>
            <a:rPr lang="en-US"/>
            <a:t>SQL (MySQL/PostgreSQL): Data querying and aggregation.</a:t>
          </a:r>
        </a:p>
      </dgm:t>
    </dgm:pt>
    <dgm:pt modelId="{5E6DC9B2-642B-44F7-B331-C4645F9129FD}" type="parTrans" cxnId="{EC00E5D2-E4FD-4746-9333-805D78E4672B}">
      <dgm:prSet/>
      <dgm:spPr/>
      <dgm:t>
        <a:bodyPr/>
        <a:lstStyle/>
        <a:p>
          <a:endParaRPr lang="en-US"/>
        </a:p>
      </dgm:t>
    </dgm:pt>
    <dgm:pt modelId="{9C3B9306-025A-4F56-B22D-FA9BF27E4AE5}" type="sibTrans" cxnId="{EC00E5D2-E4FD-4746-9333-805D78E4672B}">
      <dgm:prSet/>
      <dgm:spPr/>
      <dgm:t>
        <a:bodyPr/>
        <a:lstStyle/>
        <a:p>
          <a:endParaRPr lang="en-US"/>
        </a:p>
      </dgm:t>
    </dgm:pt>
    <dgm:pt modelId="{921AF143-CA9D-4FB7-8EAD-80FB8AF81D7F}">
      <dgm:prSet/>
      <dgm:spPr/>
      <dgm:t>
        <a:bodyPr/>
        <a:lstStyle/>
        <a:p>
          <a:r>
            <a:rPr lang="en-US"/>
            <a:t>Power BI/Tableau: Dashboard creation and visualization.</a:t>
          </a:r>
        </a:p>
      </dgm:t>
    </dgm:pt>
    <dgm:pt modelId="{107A6B83-B177-4E0F-9ECF-85D913C7E6D1}" type="parTrans" cxnId="{A896C75B-22A0-4E25-A508-1EA467F61C3E}">
      <dgm:prSet/>
      <dgm:spPr/>
      <dgm:t>
        <a:bodyPr/>
        <a:lstStyle/>
        <a:p>
          <a:endParaRPr lang="en-US"/>
        </a:p>
      </dgm:t>
    </dgm:pt>
    <dgm:pt modelId="{2E67F952-060E-4876-AD70-0A43E80C9CAF}" type="sibTrans" cxnId="{A896C75B-22A0-4E25-A508-1EA467F61C3E}">
      <dgm:prSet/>
      <dgm:spPr/>
      <dgm:t>
        <a:bodyPr/>
        <a:lstStyle/>
        <a:p>
          <a:endParaRPr lang="en-US"/>
        </a:p>
      </dgm:t>
    </dgm:pt>
    <dgm:pt modelId="{259676BE-C0FB-460C-AC28-327CED5795B6}">
      <dgm:prSet/>
      <dgm:spPr/>
      <dgm:t>
        <a:bodyPr/>
        <a:lstStyle/>
        <a:p>
          <a:r>
            <a:rPr lang="en-US"/>
            <a:t>GitHub: Version control and project tracking.</a:t>
          </a:r>
        </a:p>
      </dgm:t>
    </dgm:pt>
    <dgm:pt modelId="{902DC033-2EC9-4124-B088-B394B9B17D4F}" type="parTrans" cxnId="{42333A61-D871-4604-BB50-14757175D729}">
      <dgm:prSet/>
      <dgm:spPr/>
      <dgm:t>
        <a:bodyPr/>
        <a:lstStyle/>
        <a:p>
          <a:endParaRPr lang="en-US"/>
        </a:p>
      </dgm:t>
    </dgm:pt>
    <dgm:pt modelId="{E4E781A2-047C-46E9-B344-D7A8D00A2F70}" type="sibTrans" cxnId="{42333A61-D871-4604-BB50-14757175D729}">
      <dgm:prSet/>
      <dgm:spPr/>
      <dgm:t>
        <a:bodyPr/>
        <a:lstStyle/>
        <a:p>
          <a:endParaRPr lang="en-US"/>
        </a:p>
      </dgm:t>
    </dgm:pt>
    <dgm:pt modelId="{55E7C644-8C1F-4E68-8DD8-0508D79DFD79}" type="pres">
      <dgm:prSet presAssocID="{D4A133ED-BD79-4E01-9F7E-B86FB55220B0}" presName="root" presStyleCnt="0">
        <dgm:presLayoutVars>
          <dgm:dir/>
          <dgm:resizeHandles val="exact"/>
        </dgm:presLayoutVars>
      </dgm:prSet>
      <dgm:spPr/>
    </dgm:pt>
    <dgm:pt modelId="{E0A14003-A056-449A-A341-975BDA9D74DB}" type="pres">
      <dgm:prSet presAssocID="{D4A133ED-BD79-4E01-9F7E-B86FB55220B0}" presName="container" presStyleCnt="0">
        <dgm:presLayoutVars>
          <dgm:dir/>
          <dgm:resizeHandles val="exact"/>
        </dgm:presLayoutVars>
      </dgm:prSet>
      <dgm:spPr/>
    </dgm:pt>
    <dgm:pt modelId="{7D2EBCA6-4175-459F-B904-8C0BABB321B3}" type="pres">
      <dgm:prSet presAssocID="{4BD61618-1176-4425-B0D5-7F8FC627C4B4}" presName="compNode" presStyleCnt="0"/>
      <dgm:spPr/>
    </dgm:pt>
    <dgm:pt modelId="{B296592B-17A1-470F-9B57-BAAD58275755}" type="pres">
      <dgm:prSet presAssocID="{4BD61618-1176-4425-B0D5-7F8FC627C4B4}" presName="iconBgRect" presStyleLbl="bgShp" presStyleIdx="0" presStyleCnt="5"/>
      <dgm:spPr/>
    </dgm:pt>
    <dgm:pt modelId="{939BC8E2-6C2A-4BAC-A7E6-2827069DCF5B}" type="pres">
      <dgm:prSet presAssocID="{4BD61618-1176-4425-B0D5-7F8FC627C4B4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nda"/>
        </a:ext>
      </dgm:extLst>
    </dgm:pt>
    <dgm:pt modelId="{DD976A92-B3FA-4DCA-A992-5834BF69E9CB}" type="pres">
      <dgm:prSet presAssocID="{4BD61618-1176-4425-B0D5-7F8FC627C4B4}" presName="spaceRect" presStyleCnt="0"/>
      <dgm:spPr/>
    </dgm:pt>
    <dgm:pt modelId="{FE0527B7-C130-4937-AEDB-0BD36AD4D170}" type="pres">
      <dgm:prSet presAssocID="{4BD61618-1176-4425-B0D5-7F8FC627C4B4}" presName="textRect" presStyleLbl="revTx" presStyleIdx="0" presStyleCnt="5">
        <dgm:presLayoutVars>
          <dgm:chMax val="1"/>
          <dgm:chPref val="1"/>
        </dgm:presLayoutVars>
      </dgm:prSet>
      <dgm:spPr/>
    </dgm:pt>
    <dgm:pt modelId="{0D2E54D6-8670-4CAE-A78C-E339BACF27E7}" type="pres">
      <dgm:prSet presAssocID="{DBE57952-C9D8-4DB4-BCF7-DAA50418570E}" presName="sibTrans" presStyleLbl="sibTrans2D1" presStyleIdx="0" presStyleCnt="0"/>
      <dgm:spPr/>
    </dgm:pt>
    <dgm:pt modelId="{E42E4BFE-CF30-4F74-9203-18F5D07F3BE3}" type="pres">
      <dgm:prSet presAssocID="{53F3F30D-AA70-4134-BD2A-353B8AF4AB6A}" presName="compNode" presStyleCnt="0"/>
      <dgm:spPr/>
    </dgm:pt>
    <dgm:pt modelId="{C8F0507A-BA7C-43AC-8942-74B2AA20D825}" type="pres">
      <dgm:prSet presAssocID="{53F3F30D-AA70-4134-BD2A-353B8AF4AB6A}" presName="iconBgRect" presStyleLbl="bgShp" presStyleIdx="1" presStyleCnt="5"/>
      <dgm:spPr/>
    </dgm:pt>
    <dgm:pt modelId="{28D3EDF6-9A87-45BC-A452-0D07E6D99FF0}" type="pres">
      <dgm:prSet presAssocID="{53F3F30D-AA70-4134-BD2A-353B8AF4AB6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76BED906-FA86-4F15-BC62-A8CC7D977301}" type="pres">
      <dgm:prSet presAssocID="{53F3F30D-AA70-4134-BD2A-353B8AF4AB6A}" presName="spaceRect" presStyleCnt="0"/>
      <dgm:spPr/>
    </dgm:pt>
    <dgm:pt modelId="{628F8304-5E98-4BAD-B342-BC50E3068BDA}" type="pres">
      <dgm:prSet presAssocID="{53F3F30D-AA70-4134-BD2A-353B8AF4AB6A}" presName="textRect" presStyleLbl="revTx" presStyleIdx="1" presStyleCnt="5">
        <dgm:presLayoutVars>
          <dgm:chMax val="1"/>
          <dgm:chPref val="1"/>
        </dgm:presLayoutVars>
      </dgm:prSet>
      <dgm:spPr/>
    </dgm:pt>
    <dgm:pt modelId="{8A3A0790-A135-4857-8747-22B3C30927F2}" type="pres">
      <dgm:prSet presAssocID="{81A20BFB-0C6B-4164-9DF1-C4CA67F749C2}" presName="sibTrans" presStyleLbl="sibTrans2D1" presStyleIdx="0" presStyleCnt="0"/>
      <dgm:spPr/>
    </dgm:pt>
    <dgm:pt modelId="{E1DB0E28-78D2-448A-B694-4D0D4D6611D0}" type="pres">
      <dgm:prSet presAssocID="{BBDC4A82-1E1E-4B85-A3BA-B4E83C65949C}" presName="compNode" presStyleCnt="0"/>
      <dgm:spPr/>
    </dgm:pt>
    <dgm:pt modelId="{7CE6FFBE-0071-4EFA-AECF-E7C40AA87799}" type="pres">
      <dgm:prSet presAssocID="{BBDC4A82-1E1E-4B85-A3BA-B4E83C65949C}" presName="iconBgRect" presStyleLbl="bgShp" presStyleIdx="2" presStyleCnt="5"/>
      <dgm:spPr/>
    </dgm:pt>
    <dgm:pt modelId="{AAD0CB53-9F0F-44AC-A91D-893EE501F828}" type="pres">
      <dgm:prSet presAssocID="{BBDC4A82-1E1E-4B85-A3BA-B4E83C65949C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11840AD1-1315-4DB8-BDC9-04F388680E28}" type="pres">
      <dgm:prSet presAssocID="{BBDC4A82-1E1E-4B85-A3BA-B4E83C65949C}" presName="spaceRect" presStyleCnt="0"/>
      <dgm:spPr/>
    </dgm:pt>
    <dgm:pt modelId="{DF7342DB-57FE-4509-A4F1-C7ADC1E6E3F0}" type="pres">
      <dgm:prSet presAssocID="{BBDC4A82-1E1E-4B85-A3BA-B4E83C65949C}" presName="textRect" presStyleLbl="revTx" presStyleIdx="2" presStyleCnt="5">
        <dgm:presLayoutVars>
          <dgm:chMax val="1"/>
          <dgm:chPref val="1"/>
        </dgm:presLayoutVars>
      </dgm:prSet>
      <dgm:spPr/>
    </dgm:pt>
    <dgm:pt modelId="{3B4996A2-D9C7-48E3-9D51-FF30ADADD3A6}" type="pres">
      <dgm:prSet presAssocID="{9C3B9306-025A-4F56-B22D-FA9BF27E4AE5}" presName="sibTrans" presStyleLbl="sibTrans2D1" presStyleIdx="0" presStyleCnt="0"/>
      <dgm:spPr/>
    </dgm:pt>
    <dgm:pt modelId="{D38760AE-A43F-43C0-81E4-65B897DA0559}" type="pres">
      <dgm:prSet presAssocID="{921AF143-CA9D-4FB7-8EAD-80FB8AF81D7F}" presName="compNode" presStyleCnt="0"/>
      <dgm:spPr/>
    </dgm:pt>
    <dgm:pt modelId="{ED71013E-E605-4D38-8ED2-20C912CAD236}" type="pres">
      <dgm:prSet presAssocID="{921AF143-CA9D-4FB7-8EAD-80FB8AF81D7F}" presName="iconBgRect" presStyleLbl="bgShp" presStyleIdx="3" presStyleCnt="5"/>
      <dgm:spPr/>
    </dgm:pt>
    <dgm:pt modelId="{A4B2BD62-A844-4420-8BD8-5E3D9654A4ED}" type="pres">
      <dgm:prSet presAssocID="{921AF143-CA9D-4FB7-8EAD-80FB8AF81D7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C807E427-DAF6-4548-92A9-8CFB73BF0E0F}" type="pres">
      <dgm:prSet presAssocID="{921AF143-CA9D-4FB7-8EAD-80FB8AF81D7F}" presName="spaceRect" presStyleCnt="0"/>
      <dgm:spPr/>
    </dgm:pt>
    <dgm:pt modelId="{178C6A8C-9F13-4DFF-BF5C-3D925D18F166}" type="pres">
      <dgm:prSet presAssocID="{921AF143-CA9D-4FB7-8EAD-80FB8AF81D7F}" presName="textRect" presStyleLbl="revTx" presStyleIdx="3" presStyleCnt="5">
        <dgm:presLayoutVars>
          <dgm:chMax val="1"/>
          <dgm:chPref val="1"/>
        </dgm:presLayoutVars>
      </dgm:prSet>
      <dgm:spPr/>
    </dgm:pt>
    <dgm:pt modelId="{EF385BFC-34AA-4AA1-8EC4-A2EDA42F2391}" type="pres">
      <dgm:prSet presAssocID="{2E67F952-060E-4876-AD70-0A43E80C9CAF}" presName="sibTrans" presStyleLbl="sibTrans2D1" presStyleIdx="0" presStyleCnt="0"/>
      <dgm:spPr/>
    </dgm:pt>
    <dgm:pt modelId="{5BD633C3-9708-4A81-B54C-6EFB866416F3}" type="pres">
      <dgm:prSet presAssocID="{259676BE-C0FB-460C-AC28-327CED5795B6}" presName="compNode" presStyleCnt="0"/>
      <dgm:spPr/>
    </dgm:pt>
    <dgm:pt modelId="{BB458C20-6D99-43C5-94A3-0D7CA2B1BE1F}" type="pres">
      <dgm:prSet presAssocID="{259676BE-C0FB-460C-AC28-327CED5795B6}" presName="iconBgRect" presStyleLbl="bgShp" presStyleIdx="4" presStyleCnt="5"/>
      <dgm:spPr/>
    </dgm:pt>
    <dgm:pt modelId="{F9C443CA-37AA-4DE4-BA10-4F7EADAC87B5}" type="pres">
      <dgm:prSet presAssocID="{259676BE-C0FB-460C-AC28-327CED5795B6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349EF8CC-B78D-443D-9875-A2166B82AF82}" type="pres">
      <dgm:prSet presAssocID="{259676BE-C0FB-460C-AC28-327CED5795B6}" presName="spaceRect" presStyleCnt="0"/>
      <dgm:spPr/>
    </dgm:pt>
    <dgm:pt modelId="{A35835E7-E66B-44F7-9CC6-167A256A37CE}" type="pres">
      <dgm:prSet presAssocID="{259676BE-C0FB-460C-AC28-327CED5795B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2DB8D05-E143-4B0D-99CA-7623243317DB}" type="presOf" srcId="{D4A133ED-BD79-4E01-9F7E-B86FB55220B0}" destId="{55E7C644-8C1F-4E68-8DD8-0508D79DFD79}" srcOrd="0" destOrd="0" presId="urn:microsoft.com/office/officeart/2018/2/layout/IconCircleList"/>
    <dgm:cxn modelId="{A2E0CB28-7413-41AD-B0A1-C3760AC61389}" type="presOf" srcId="{53F3F30D-AA70-4134-BD2A-353B8AF4AB6A}" destId="{628F8304-5E98-4BAD-B342-BC50E3068BDA}" srcOrd="0" destOrd="0" presId="urn:microsoft.com/office/officeart/2018/2/layout/IconCircleList"/>
    <dgm:cxn modelId="{A896C75B-22A0-4E25-A508-1EA467F61C3E}" srcId="{D4A133ED-BD79-4E01-9F7E-B86FB55220B0}" destId="{921AF143-CA9D-4FB7-8EAD-80FB8AF81D7F}" srcOrd="3" destOrd="0" parTransId="{107A6B83-B177-4E0F-9ECF-85D913C7E6D1}" sibTransId="{2E67F952-060E-4876-AD70-0A43E80C9CAF}"/>
    <dgm:cxn modelId="{644EC55E-E0B5-4810-9AAD-CF3DA2ABA360}" srcId="{D4A133ED-BD79-4E01-9F7E-B86FB55220B0}" destId="{53F3F30D-AA70-4134-BD2A-353B8AF4AB6A}" srcOrd="1" destOrd="0" parTransId="{F3890358-93B2-4115-943A-83112045A9C1}" sibTransId="{81A20BFB-0C6B-4164-9DF1-C4CA67F749C2}"/>
    <dgm:cxn modelId="{42333A61-D871-4604-BB50-14757175D729}" srcId="{D4A133ED-BD79-4E01-9F7E-B86FB55220B0}" destId="{259676BE-C0FB-460C-AC28-327CED5795B6}" srcOrd="4" destOrd="0" parTransId="{902DC033-2EC9-4124-B088-B394B9B17D4F}" sibTransId="{E4E781A2-047C-46E9-B344-D7A8D00A2F70}"/>
    <dgm:cxn modelId="{1D2E7F43-9C02-4CD3-86ED-CFDEEDC433C9}" type="presOf" srcId="{9C3B9306-025A-4F56-B22D-FA9BF27E4AE5}" destId="{3B4996A2-D9C7-48E3-9D51-FF30ADADD3A6}" srcOrd="0" destOrd="0" presId="urn:microsoft.com/office/officeart/2018/2/layout/IconCircleList"/>
    <dgm:cxn modelId="{779A0947-D19B-4BC6-BE2E-588F776D0B4E}" type="presOf" srcId="{259676BE-C0FB-460C-AC28-327CED5795B6}" destId="{A35835E7-E66B-44F7-9CC6-167A256A37CE}" srcOrd="0" destOrd="0" presId="urn:microsoft.com/office/officeart/2018/2/layout/IconCircleList"/>
    <dgm:cxn modelId="{A85DFA4B-7D2B-4333-B7FA-0E2F76E3C7ED}" type="presOf" srcId="{81A20BFB-0C6B-4164-9DF1-C4CA67F749C2}" destId="{8A3A0790-A135-4857-8747-22B3C30927F2}" srcOrd="0" destOrd="0" presId="urn:microsoft.com/office/officeart/2018/2/layout/IconCircleList"/>
    <dgm:cxn modelId="{A731AC4F-21FB-469A-A169-19B730373BAB}" type="presOf" srcId="{DBE57952-C9D8-4DB4-BCF7-DAA50418570E}" destId="{0D2E54D6-8670-4CAE-A78C-E339BACF27E7}" srcOrd="0" destOrd="0" presId="urn:microsoft.com/office/officeart/2018/2/layout/IconCircleList"/>
    <dgm:cxn modelId="{5884FC80-3A9B-4029-B630-1EAE912E4BF2}" type="presOf" srcId="{921AF143-CA9D-4FB7-8EAD-80FB8AF81D7F}" destId="{178C6A8C-9F13-4DFF-BF5C-3D925D18F166}" srcOrd="0" destOrd="0" presId="urn:microsoft.com/office/officeart/2018/2/layout/IconCircleList"/>
    <dgm:cxn modelId="{4F2B4C84-1467-4FAD-8ACC-C792276B4CBC}" type="presOf" srcId="{BBDC4A82-1E1E-4B85-A3BA-B4E83C65949C}" destId="{DF7342DB-57FE-4509-A4F1-C7ADC1E6E3F0}" srcOrd="0" destOrd="0" presId="urn:microsoft.com/office/officeart/2018/2/layout/IconCircleList"/>
    <dgm:cxn modelId="{818DF885-E202-45DD-A36A-E53A65350105}" srcId="{D4A133ED-BD79-4E01-9F7E-B86FB55220B0}" destId="{4BD61618-1176-4425-B0D5-7F8FC627C4B4}" srcOrd="0" destOrd="0" parTransId="{6772FA47-86FA-4D93-AF3A-35098D6EB310}" sibTransId="{DBE57952-C9D8-4DB4-BCF7-DAA50418570E}"/>
    <dgm:cxn modelId="{EC00E5D2-E4FD-4746-9333-805D78E4672B}" srcId="{D4A133ED-BD79-4E01-9F7E-B86FB55220B0}" destId="{BBDC4A82-1E1E-4B85-A3BA-B4E83C65949C}" srcOrd="2" destOrd="0" parTransId="{5E6DC9B2-642B-44F7-B331-C4645F9129FD}" sibTransId="{9C3B9306-025A-4F56-B22D-FA9BF27E4AE5}"/>
    <dgm:cxn modelId="{AC41B7E3-8972-4819-B1A8-CC19B90E06A1}" type="presOf" srcId="{4BD61618-1176-4425-B0D5-7F8FC627C4B4}" destId="{FE0527B7-C130-4937-AEDB-0BD36AD4D170}" srcOrd="0" destOrd="0" presId="urn:microsoft.com/office/officeart/2018/2/layout/IconCircleList"/>
    <dgm:cxn modelId="{CB930FF7-5214-4711-A3DB-21B65C374700}" type="presOf" srcId="{2E67F952-060E-4876-AD70-0A43E80C9CAF}" destId="{EF385BFC-34AA-4AA1-8EC4-A2EDA42F2391}" srcOrd="0" destOrd="0" presId="urn:microsoft.com/office/officeart/2018/2/layout/IconCircleList"/>
    <dgm:cxn modelId="{18BC8243-1034-40E4-9437-B5A59845A3B0}" type="presParOf" srcId="{55E7C644-8C1F-4E68-8DD8-0508D79DFD79}" destId="{E0A14003-A056-449A-A341-975BDA9D74DB}" srcOrd="0" destOrd="0" presId="urn:microsoft.com/office/officeart/2018/2/layout/IconCircleList"/>
    <dgm:cxn modelId="{02226603-4ADA-43F3-82D1-259C83A495F6}" type="presParOf" srcId="{E0A14003-A056-449A-A341-975BDA9D74DB}" destId="{7D2EBCA6-4175-459F-B904-8C0BABB321B3}" srcOrd="0" destOrd="0" presId="urn:microsoft.com/office/officeart/2018/2/layout/IconCircleList"/>
    <dgm:cxn modelId="{BF38AC9C-C8F4-4750-82D5-4F8469C9DA6F}" type="presParOf" srcId="{7D2EBCA6-4175-459F-B904-8C0BABB321B3}" destId="{B296592B-17A1-470F-9B57-BAAD58275755}" srcOrd="0" destOrd="0" presId="urn:microsoft.com/office/officeart/2018/2/layout/IconCircleList"/>
    <dgm:cxn modelId="{CE515706-9AE5-4643-8D8C-99CA12154891}" type="presParOf" srcId="{7D2EBCA6-4175-459F-B904-8C0BABB321B3}" destId="{939BC8E2-6C2A-4BAC-A7E6-2827069DCF5B}" srcOrd="1" destOrd="0" presId="urn:microsoft.com/office/officeart/2018/2/layout/IconCircleList"/>
    <dgm:cxn modelId="{9D41D54D-FC2D-412C-9334-A4A13B5039EB}" type="presParOf" srcId="{7D2EBCA6-4175-459F-B904-8C0BABB321B3}" destId="{DD976A92-B3FA-4DCA-A992-5834BF69E9CB}" srcOrd="2" destOrd="0" presId="urn:microsoft.com/office/officeart/2018/2/layout/IconCircleList"/>
    <dgm:cxn modelId="{B7FF9D73-851E-42CA-89C0-29121C826D9C}" type="presParOf" srcId="{7D2EBCA6-4175-459F-B904-8C0BABB321B3}" destId="{FE0527B7-C130-4937-AEDB-0BD36AD4D170}" srcOrd="3" destOrd="0" presId="urn:microsoft.com/office/officeart/2018/2/layout/IconCircleList"/>
    <dgm:cxn modelId="{EBE57DA9-7689-4000-ADF6-10D8BA5E8803}" type="presParOf" srcId="{E0A14003-A056-449A-A341-975BDA9D74DB}" destId="{0D2E54D6-8670-4CAE-A78C-E339BACF27E7}" srcOrd="1" destOrd="0" presId="urn:microsoft.com/office/officeart/2018/2/layout/IconCircleList"/>
    <dgm:cxn modelId="{4F3BACBB-F4B6-4964-8A59-DE1E7C77549C}" type="presParOf" srcId="{E0A14003-A056-449A-A341-975BDA9D74DB}" destId="{E42E4BFE-CF30-4F74-9203-18F5D07F3BE3}" srcOrd="2" destOrd="0" presId="urn:microsoft.com/office/officeart/2018/2/layout/IconCircleList"/>
    <dgm:cxn modelId="{D250E5AB-8430-4D6C-B33F-FBA3D121547D}" type="presParOf" srcId="{E42E4BFE-CF30-4F74-9203-18F5D07F3BE3}" destId="{C8F0507A-BA7C-43AC-8942-74B2AA20D825}" srcOrd="0" destOrd="0" presId="urn:microsoft.com/office/officeart/2018/2/layout/IconCircleList"/>
    <dgm:cxn modelId="{D621A7D8-BE39-4330-A3C1-B085AD3E698D}" type="presParOf" srcId="{E42E4BFE-CF30-4F74-9203-18F5D07F3BE3}" destId="{28D3EDF6-9A87-45BC-A452-0D07E6D99FF0}" srcOrd="1" destOrd="0" presId="urn:microsoft.com/office/officeart/2018/2/layout/IconCircleList"/>
    <dgm:cxn modelId="{4A1D8BFA-D3D9-48E0-9416-AD9D31965D5C}" type="presParOf" srcId="{E42E4BFE-CF30-4F74-9203-18F5D07F3BE3}" destId="{76BED906-FA86-4F15-BC62-A8CC7D977301}" srcOrd="2" destOrd="0" presId="urn:microsoft.com/office/officeart/2018/2/layout/IconCircleList"/>
    <dgm:cxn modelId="{910B80C0-64BD-4A0A-931F-45F92F1E47CE}" type="presParOf" srcId="{E42E4BFE-CF30-4F74-9203-18F5D07F3BE3}" destId="{628F8304-5E98-4BAD-B342-BC50E3068BDA}" srcOrd="3" destOrd="0" presId="urn:microsoft.com/office/officeart/2018/2/layout/IconCircleList"/>
    <dgm:cxn modelId="{BBDC6D33-FECF-485E-951C-EC15D18D975F}" type="presParOf" srcId="{E0A14003-A056-449A-A341-975BDA9D74DB}" destId="{8A3A0790-A135-4857-8747-22B3C30927F2}" srcOrd="3" destOrd="0" presId="urn:microsoft.com/office/officeart/2018/2/layout/IconCircleList"/>
    <dgm:cxn modelId="{5698E581-0DBA-45C0-8EA3-9B70599ED62D}" type="presParOf" srcId="{E0A14003-A056-449A-A341-975BDA9D74DB}" destId="{E1DB0E28-78D2-448A-B694-4D0D4D6611D0}" srcOrd="4" destOrd="0" presId="urn:microsoft.com/office/officeart/2018/2/layout/IconCircleList"/>
    <dgm:cxn modelId="{10B32D5F-591A-40ED-9B73-25AB9292B4A1}" type="presParOf" srcId="{E1DB0E28-78D2-448A-B694-4D0D4D6611D0}" destId="{7CE6FFBE-0071-4EFA-AECF-E7C40AA87799}" srcOrd="0" destOrd="0" presId="urn:microsoft.com/office/officeart/2018/2/layout/IconCircleList"/>
    <dgm:cxn modelId="{CAE8CE01-05BD-40C0-A6F7-E5449FE179BE}" type="presParOf" srcId="{E1DB0E28-78D2-448A-B694-4D0D4D6611D0}" destId="{AAD0CB53-9F0F-44AC-A91D-893EE501F828}" srcOrd="1" destOrd="0" presId="urn:microsoft.com/office/officeart/2018/2/layout/IconCircleList"/>
    <dgm:cxn modelId="{A1F4CD8B-0DAC-408D-B41A-AFB833189073}" type="presParOf" srcId="{E1DB0E28-78D2-448A-B694-4D0D4D6611D0}" destId="{11840AD1-1315-4DB8-BDC9-04F388680E28}" srcOrd="2" destOrd="0" presId="urn:microsoft.com/office/officeart/2018/2/layout/IconCircleList"/>
    <dgm:cxn modelId="{7A18E34F-C1ED-43E3-BF38-231674E95F10}" type="presParOf" srcId="{E1DB0E28-78D2-448A-B694-4D0D4D6611D0}" destId="{DF7342DB-57FE-4509-A4F1-C7ADC1E6E3F0}" srcOrd="3" destOrd="0" presId="urn:microsoft.com/office/officeart/2018/2/layout/IconCircleList"/>
    <dgm:cxn modelId="{BAA7DAB2-1BF1-4332-A667-91ACE0B2E380}" type="presParOf" srcId="{E0A14003-A056-449A-A341-975BDA9D74DB}" destId="{3B4996A2-D9C7-48E3-9D51-FF30ADADD3A6}" srcOrd="5" destOrd="0" presId="urn:microsoft.com/office/officeart/2018/2/layout/IconCircleList"/>
    <dgm:cxn modelId="{AC6F8F63-5ACB-4EE4-9DF8-A0A34D41A3A5}" type="presParOf" srcId="{E0A14003-A056-449A-A341-975BDA9D74DB}" destId="{D38760AE-A43F-43C0-81E4-65B897DA0559}" srcOrd="6" destOrd="0" presId="urn:microsoft.com/office/officeart/2018/2/layout/IconCircleList"/>
    <dgm:cxn modelId="{7D759BF8-DD06-4277-A5CB-27BA0EC31DA1}" type="presParOf" srcId="{D38760AE-A43F-43C0-81E4-65B897DA0559}" destId="{ED71013E-E605-4D38-8ED2-20C912CAD236}" srcOrd="0" destOrd="0" presId="urn:microsoft.com/office/officeart/2018/2/layout/IconCircleList"/>
    <dgm:cxn modelId="{B6359AC6-3F52-4BF0-AFCF-A600A3BC22FB}" type="presParOf" srcId="{D38760AE-A43F-43C0-81E4-65B897DA0559}" destId="{A4B2BD62-A844-4420-8BD8-5E3D9654A4ED}" srcOrd="1" destOrd="0" presId="urn:microsoft.com/office/officeart/2018/2/layout/IconCircleList"/>
    <dgm:cxn modelId="{CFEDAE6A-0C42-462A-8984-4E5304F8AD15}" type="presParOf" srcId="{D38760AE-A43F-43C0-81E4-65B897DA0559}" destId="{C807E427-DAF6-4548-92A9-8CFB73BF0E0F}" srcOrd="2" destOrd="0" presId="urn:microsoft.com/office/officeart/2018/2/layout/IconCircleList"/>
    <dgm:cxn modelId="{31AA4ED8-2996-46E5-84C4-D5CCF797D412}" type="presParOf" srcId="{D38760AE-A43F-43C0-81E4-65B897DA0559}" destId="{178C6A8C-9F13-4DFF-BF5C-3D925D18F166}" srcOrd="3" destOrd="0" presId="urn:microsoft.com/office/officeart/2018/2/layout/IconCircleList"/>
    <dgm:cxn modelId="{A42E00BD-C88D-410C-A758-7F3047296B81}" type="presParOf" srcId="{E0A14003-A056-449A-A341-975BDA9D74DB}" destId="{EF385BFC-34AA-4AA1-8EC4-A2EDA42F2391}" srcOrd="7" destOrd="0" presId="urn:microsoft.com/office/officeart/2018/2/layout/IconCircleList"/>
    <dgm:cxn modelId="{AE01B0CA-6582-404E-B99C-92D39287E08D}" type="presParOf" srcId="{E0A14003-A056-449A-A341-975BDA9D74DB}" destId="{5BD633C3-9708-4A81-B54C-6EFB866416F3}" srcOrd="8" destOrd="0" presId="urn:microsoft.com/office/officeart/2018/2/layout/IconCircleList"/>
    <dgm:cxn modelId="{286998B3-A13E-4E3F-A345-EC54851E8343}" type="presParOf" srcId="{5BD633C3-9708-4A81-B54C-6EFB866416F3}" destId="{BB458C20-6D99-43C5-94A3-0D7CA2B1BE1F}" srcOrd="0" destOrd="0" presId="urn:microsoft.com/office/officeart/2018/2/layout/IconCircleList"/>
    <dgm:cxn modelId="{3A97BB03-70A7-4468-A953-46AA5DDD0181}" type="presParOf" srcId="{5BD633C3-9708-4A81-B54C-6EFB866416F3}" destId="{F9C443CA-37AA-4DE4-BA10-4F7EADAC87B5}" srcOrd="1" destOrd="0" presId="urn:microsoft.com/office/officeart/2018/2/layout/IconCircleList"/>
    <dgm:cxn modelId="{99EB331B-9098-43DF-B9DB-F23BE3FA5816}" type="presParOf" srcId="{5BD633C3-9708-4A81-B54C-6EFB866416F3}" destId="{349EF8CC-B78D-443D-9875-A2166B82AF82}" srcOrd="2" destOrd="0" presId="urn:microsoft.com/office/officeart/2018/2/layout/IconCircleList"/>
    <dgm:cxn modelId="{DFFD66C6-BD1E-414D-8671-4C259AEFA168}" type="presParOf" srcId="{5BD633C3-9708-4A81-B54C-6EFB866416F3}" destId="{A35835E7-E66B-44F7-9CC6-167A256A37C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EAABFDC-4C13-474A-A034-3E5FE3F9BFCD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BF6515E-8C36-4413-9980-74AAB9E8B8D2}">
      <dgm:prSet/>
      <dgm:spPr/>
      <dgm:t>
        <a:bodyPr/>
        <a:lstStyle/>
        <a:p>
          <a:r>
            <a:rPr lang="en-US"/>
            <a:t>Set up</a:t>
          </a:r>
        </a:p>
      </dgm:t>
    </dgm:pt>
    <dgm:pt modelId="{2B6D64DD-0FEE-4959-A013-74B81358B63A}" type="parTrans" cxnId="{FBF2F3F5-562D-4F0C-AEEF-4A3B1C1B37D3}">
      <dgm:prSet/>
      <dgm:spPr/>
      <dgm:t>
        <a:bodyPr/>
        <a:lstStyle/>
        <a:p>
          <a:endParaRPr lang="en-US"/>
        </a:p>
      </dgm:t>
    </dgm:pt>
    <dgm:pt modelId="{FF6AFC50-B506-4E34-9239-83A337BB70C9}" type="sibTrans" cxnId="{FBF2F3F5-562D-4F0C-AEEF-4A3B1C1B37D3}">
      <dgm:prSet/>
      <dgm:spPr/>
      <dgm:t>
        <a:bodyPr/>
        <a:lstStyle/>
        <a:p>
          <a:endParaRPr lang="en-US"/>
        </a:p>
      </dgm:t>
    </dgm:pt>
    <dgm:pt modelId="{5D711675-EEAE-4136-913B-D86BF62F3134}">
      <dgm:prSet/>
      <dgm:spPr/>
      <dgm:t>
        <a:bodyPr/>
        <a:lstStyle/>
        <a:p>
          <a:r>
            <a:rPr lang="en-US"/>
            <a:t>Set up GitHub repository and development environment.</a:t>
          </a:r>
        </a:p>
      </dgm:t>
    </dgm:pt>
    <dgm:pt modelId="{B3D5F99F-8AF1-451D-9EFE-1B7C5BBD62F5}" type="parTrans" cxnId="{7F1A72BB-A014-4434-9B46-F2FF02890A53}">
      <dgm:prSet/>
      <dgm:spPr/>
      <dgm:t>
        <a:bodyPr/>
        <a:lstStyle/>
        <a:p>
          <a:endParaRPr lang="en-US"/>
        </a:p>
      </dgm:t>
    </dgm:pt>
    <dgm:pt modelId="{0DD4FC46-FBC9-4941-8643-C4028246080A}" type="sibTrans" cxnId="{7F1A72BB-A014-4434-9B46-F2FF02890A53}">
      <dgm:prSet/>
      <dgm:spPr/>
      <dgm:t>
        <a:bodyPr/>
        <a:lstStyle/>
        <a:p>
          <a:endParaRPr lang="en-US"/>
        </a:p>
      </dgm:t>
    </dgm:pt>
    <dgm:pt modelId="{2C6B767E-9979-4B9C-B389-027A92270CE4}">
      <dgm:prSet/>
      <dgm:spPr/>
      <dgm:t>
        <a:bodyPr/>
        <a:lstStyle/>
        <a:p>
          <a:r>
            <a:rPr lang="en-US"/>
            <a:t>Import</a:t>
          </a:r>
        </a:p>
      </dgm:t>
    </dgm:pt>
    <dgm:pt modelId="{8633D1CD-1E87-45C1-8466-6E822A02728C}" type="parTrans" cxnId="{7CE2F0E0-F51A-4988-BCFA-BBF6753EDFE7}">
      <dgm:prSet/>
      <dgm:spPr/>
      <dgm:t>
        <a:bodyPr/>
        <a:lstStyle/>
        <a:p>
          <a:endParaRPr lang="en-US"/>
        </a:p>
      </dgm:t>
    </dgm:pt>
    <dgm:pt modelId="{88C2B18F-BF6C-4645-BA89-C69B7F0E3819}" type="sibTrans" cxnId="{7CE2F0E0-F51A-4988-BCFA-BBF6753EDFE7}">
      <dgm:prSet/>
      <dgm:spPr/>
      <dgm:t>
        <a:bodyPr/>
        <a:lstStyle/>
        <a:p>
          <a:endParaRPr lang="en-US"/>
        </a:p>
      </dgm:t>
    </dgm:pt>
    <dgm:pt modelId="{17F15F70-10B2-4452-8F1B-2A7D83CADE8F}">
      <dgm:prSet/>
      <dgm:spPr/>
      <dgm:t>
        <a:bodyPr/>
        <a:lstStyle/>
        <a:p>
          <a:r>
            <a:rPr lang="en-US"/>
            <a:t>Import retail datasets into Python/Excel.</a:t>
          </a:r>
        </a:p>
      </dgm:t>
    </dgm:pt>
    <dgm:pt modelId="{3C2F33FA-ACD1-459E-8DBA-1EB0E6128477}" type="parTrans" cxnId="{A15C80EC-D951-4EBD-B7B1-467A82E28DDB}">
      <dgm:prSet/>
      <dgm:spPr/>
      <dgm:t>
        <a:bodyPr/>
        <a:lstStyle/>
        <a:p>
          <a:endParaRPr lang="en-US"/>
        </a:p>
      </dgm:t>
    </dgm:pt>
    <dgm:pt modelId="{BE336A30-B2BE-4363-B16A-5B259645BB53}" type="sibTrans" cxnId="{A15C80EC-D951-4EBD-B7B1-467A82E28DDB}">
      <dgm:prSet/>
      <dgm:spPr/>
      <dgm:t>
        <a:bodyPr/>
        <a:lstStyle/>
        <a:p>
          <a:endParaRPr lang="en-US"/>
        </a:p>
      </dgm:t>
    </dgm:pt>
    <dgm:pt modelId="{039FB0D4-DEB6-4E0F-AB62-F6DE153B1DD4}">
      <dgm:prSet/>
      <dgm:spPr/>
      <dgm:t>
        <a:bodyPr/>
        <a:lstStyle/>
        <a:p>
          <a:r>
            <a:rPr lang="en-US"/>
            <a:t>Handle</a:t>
          </a:r>
        </a:p>
      </dgm:t>
    </dgm:pt>
    <dgm:pt modelId="{0DF50D66-5128-4B42-A44E-1F7F41E8AC6A}" type="parTrans" cxnId="{092196C1-F188-4DF0-8471-EFDB1EDC25F5}">
      <dgm:prSet/>
      <dgm:spPr/>
      <dgm:t>
        <a:bodyPr/>
        <a:lstStyle/>
        <a:p>
          <a:endParaRPr lang="en-US"/>
        </a:p>
      </dgm:t>
    </dgm:pt>
    <dgm:pt modelId="{AA92BF65-937A-47D4-A07C-E4893ADB1A4B}" type="sibTrans" cxnId="{092196C1-F188-4DF0-8471-EFDB1EDC25F5}">
      <dgm:prSet/>
      <dgm:spPr/>
      <dgm:t>
        <a:bodyPr/>
        <a:lstStyle/>
        <a:p>
          <a:endParaRPr lang="en-US"/>
        </a:p>
      </dgm:t>
    </dgm:pt>
    <dgm:pt modelId="{4423D072-669F-48CB-B650-13DA4DD5277C}">
      <dgm:prSet/>
      <dgm:spPr/>
      <dgm:t>
        <a:bodyPr/>
        <a:lstStyle/>
        <a:p>
          <a:r>
            <a:rPr lang="en-US"/>
            <a:t>Handle NULL values and duplicates.</a:t>
          </a:r>
        </a:p>
      </dgm:t>
    </dgm:pt>
    <dgm:pt modelId="{E789BF25-BEF5-416F-AD3D-976AEF9C5A77}" type="parTrans" cxnId="{F46FD056-1550-4DFE-A84A-541780FF282F}">
      <dgm:prSet/>
      <dgm:spPr/>
      <dgm:t>
        <a:bodyPr/>
        <a:lstStyle/>
        <a:p>
          <a:endParaRPr lang="en-US"/>
        </a:p>
      </dgm:t>
    </dgm:pt>
    <dgm:pt modelId="{CAF3DEF1-CA45-4B58-89E1-B6D6FCD86F96}" type="sibTrans" cxnId="{F46FD056-1550-4DFE-A84A-541780FF282F}">
      <dgm:prSet/>
      <dgm:spPr/>
      <dgm:t>
        <a:bodyPr/>
        <a:lstStyle/>
        <a:p>
          <a:endParaRPr lang="en-US"/>
        </a:p>
      </dgm:t>
    </dgm:pt>
    <dgm:pt modelId="{282EE4E3-787C-4E44-9D6C-E577B8026C7E}">
      <dgm:prSet/>
      <dgm:spPr/>
      <dgm:t>
        <a:bodyPr/>
        <a:lstStyle/>
        <a:p>
          <a:r>
            <a:rPr lang="en-US"/>
            <a:t>Standardize</a:t>
          </a:r>
        </a:p>
      </dgm:t>
    </dgm:pt>
    <dgm:pt modelId="{105D80F2-FCA7-4132-ABC4-05EC2B6C72D9}" type="parTrans" cxnId="{C1082CB5-19FB-41F1-AB2A-1F0B57C23EDE}">
      <dgm:prSet/>
      <dgm:spPr/>
      <dgm:t>
        <a:bodyPr/>
        <a:lstStyle/>
        <a:p>
          <a:endParaRPr lang="en-US"/>
        </a:p>
      </dgm:t>
    </dgm:pt>
    <dgm:pt modelId="{0B1A2E14-5E5E-4A26-9AA2-95743003827E}" type="sibTrans" cxnId="{C1082CB5-19FB-41F1-AB2A-1F0B57C23EDE}">
      <dgm:prSet/>
      <dgm:spPr/>
      <dgm:t>
        <a:bodyPr/>
        <a:lstStyle/>
        <a:p>
          <a:endParaRPr lang="en-US"/>
        </a:p>
      </dgm:t>
    </dgm:pt>
    <dgm:pt modelId="{1C29FCDE-64E5-49F6-AA05-93CCFEE88B68}">
      <dgm:prSet/>
      <dgm:spPr/>
      <dgm:t>
        <a:bodyPr/>
        <a:lstStyle/>
        <a:p>
          <a:r>
            <a:rPr lang="en-US"/>
            <a:t>Standardize date and time formats.</a:t>
          </a:r>
        </a:p>
      </dgm:t>
    </dgm:pt>
    <dgm:pt modelId="{D8E84968-81A2-42E5-BE6B-186BF1E74A48}" type="parTrans" cxnId="{E629E0DD-40A0-4C48-A93A-FE818F4016E9}">
      <dgm:prSet/>
      <dgm:spPr/>
      <dgm:t>
        <a:bodyPr/>
        <a:lstStyle/>
        <a:p>
          <a:endParaRPr lang="en-US"/>
        </a:p>
      </dgm:t>
    </dgm:pt>
    <dgm:pt modelId="{ED3A8419-48C3-4B8F-B071-A487D8AB135E}" type="sibTrans" cxnId="{E629E0DD-40A0-4C48-A93A-FE818F4016E9}">
      <dgm:prSet/>
      <dgm:spPr/>
      <dgm:t>
        <a:bodyPr/>
        <a:lstStyle/>
        <a:p>
          <a:endParaRPr lang="en-US"/>
        </a:p>
      </dgm:t>
    </dgm:pt>
    <dgm:pt modelId="{BF4696D5-CB6D-40FF-AF67-D987C5578284}">
      <dgm:prSet/>
      <dgm:spPr/>
      <dgm:t>
        <a:bodyPr/>
        <a:lstStyle/>
        <a:p>
          <a:r>
            <a:rPr lang="en-US"/>
            <a:t>Validate and correct</a:t>
          </a:r>
        </a:p>
      </dgm:t>
    </dgm:pt>
    <dgm:pt modelId="{2E1255B2-5D92-4499-89A7-F41D30DB7154}" type="parTrans" cxnId="{3EDF3685-39B1-4E03-A338-F779CF6D26AE}">
      <dgm:prSet/>
      <dgm:spPr/>
      <dgm:t>
        <a:bodyPr/>
        <a:lstStyle/>
        <a:p>
          <a:endParaRPr lang="en-US"/>
        </a:p>
      </dgm:t>
    </dgm:pt>
    <dgm:pt modelId="{AEFBCF59-2BAA-43D3-9D69-D246F1CA5559}" type="sibTrans" cxnId="{3EDF3685-39B1-4E03-A338-F779CF6D26AE}">
      <dgm:prSet/>
      <dgm:spPr/>
      <dgm:t>
        <a:bodyPr/>
        <a:lstStyle/>
        <a:p>
          <a:endParaRPr lang="en-US"/>
        </a:p>
      </dgm:t>
    </dgm:pt>
    <dgm:pt modelId="{92B018F4-307A-4D19-85A3-CD7F70447284}">
      <dgm:prSet/>
      <dgm:spPr/>
      <dgm:t>
        <a:bodyPr/>
        <a:lstStyle/>
        <a:p>
          <a:r>
            <a:rPr lang="en-US"/>
            <a:t>Validate and correct data types.</a:t>
          </a:r>
        </a:p>
      </dgm:t>
    </dgm:pt>
    <dgm:pt modelId="{C9D53FBE-2890-4744-A307-1102FCF0A97F}" type="parTrans" cxnId="{318E69D0-EDDE-401D-BB95-561B181259C7}">
      <dgm:prSet/>
      <dgm:spPr/>
      <dgm:t>
        <a:bodyPr/>
        <a:lstStyle/>
        <a:p>
          <a:endParaRPr lang="en-US"/>
        </a:p>
      </dgm:t>
    </dgm:pt>
    <dgm:pt modelId="{139AA62F-40F4-41BE-A454-2395DEC4EE0C}" type="sibTrans" cxnId="{318E69D0-EDDE-401D-BB95-561B181259C7}">
      <dgm:prSet/>
      <dgm:spPr/>
      <dgm:t>
        <a:bodyPr/>
        <a:lstStyle/>
        <a:p>
          <a:endParaRPr lang="en-US"/>
        </a:p>
      </dgm:t>
    </dgm:pt>
    <dgm:pt modelId="{2E3B33AA-E9BE-49DE-9905-AB926EAE84D2}" type="pres">
      <dgm:prSet presAssocID="{BEAABFDC-4C13-474A-A034-3E5FE3F9BFCD}" presName="Name0" presStyleCnt="0">
        <dgm:presLayoutVars>
          <dgm:dir/>
          <dgm:animLvl val="lvl"/>
          <dgm:resizeHandles val="exact"/>
        </dgm:presLayoutVars>
      </dgm:prSet>
      <dgm:spPr/>
    </dgm:pt>
    <dgm:pt modelId="{B82F4FBF-A048-4B62-9939-3DEF9C90D651}" type="pres">
      <dgm:prSet presAssocID="{0BF6515E-8C36-4413-9980-74AAB9E8B8D2}" presName="linNode" presStyleCnt="0"/>
      <dgm:spPr/>
    </dgm:pt>
    <dgm:pt modelId="{73F9D34E-E3EF-4354-9B6B-1E97C342619E}" type="pres">
      <dgm:prSet presAssocID="{0BF6515E-8C36-4413-9980-74AAB9E8B8D2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97CD4423-D455-4C11-A965-0B0254B419E9}" type="pres">
      <dgm:prSet presAssocID="{0BF6515E-8C36-4413-9980-74AAB9E8B8D2}" presName="descendantText" presStyleLbl="alignAccFollowNode1" presStyleIdx="0" presStyleCnt="5">
        <dgm:presLayoutVars>
          <dgm:bulletEnabled/>
        </dgm:presLayoutVars>
      </dgm:prSet>
      <dgm:spPr/>
    </dgm:pt>
    <dgm:pt modelId="{10ED0D49-CCFF-4654-A5B6-EF320A2D7C7C}" type="pres">
      <dgm:prSet presAssocID="{FF6AFC50-B506-4E34-9239-83A337BB70C9}" presName="sp" presStyleCnt="0"/>
      <dgm:spPr/>
    </dgm:pt>
    <dgm:pt modelId="{A5766131-8BC8-406E-BAED-75A796DC6FC6}" type="pres">
      <dgm:prSet presAssocID="{2C6B767E-9979-4B9C-B389-027A92270CE4}" presName="linNode" presStyleCnt="0"/>
      <dgm:spPr/>
    </dgm:pt>
    <dgm:pt modelId="{72B70F65-AF28-40B2-8891-E4C1D9CEC933}" type="pres">
      <dgm:prSet presAssocID="{2C6B767E-9979-4B9C-B389-027A92270CE4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64DEC2E8-B9E2-465F-A123-2770FE18C561}" type="pres">
      <dgm:prSet presAssocID="{2C6B767E-9979-4B9C-B389-027A92270CE4}" presName="descendantText" presStyleLbl="alignAccFollowNode1" presStyleIdx="1" presStyleCnt="5">
        <dgm:presLayoutVars>
          <dgm:bulletEnabled/>
        </dgm:presLayoutVars>
      </dgm:prSet>
      <dgm:spPr/>
    </dgm:pt>
    <dgm:pt modelId="{E34F9E74-4C48-4056-B432-90D7C2F03E15}" type="pres">
      <dgm:prSet presAssocID="{88C2B18F-BF6C-4645-BA89-C69B7F0E3819}" presName="sp" presStyleCnt="0"/>
      <dgm:spPr/>
    </dgm:pt>
    <dgm:pt modelId="{41CDD123-8D01-4324-9161-128066C4B131}" type="pres">
      <dgm:prSet presAssocID="{039FB0D4-DEB6-4E0F-AB62-F6DE153B1DD4}" presName="linNode" presStyleCnt="0"/>
      <dgm:spPr/>
    </dgm:pt>
    <dgm:pt modelId="{FC45B44D-83D7-4906-BB4C-161E966504D0}" type="pres">
      <dgm:prSet presAssocID="{039FB0D4-DEB6-4E0F-AB62-F6DE153B1DD4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D6519450-168E-4783-844C-BFEFE7DF150E}" type="pres">
      <dgm:prSet presAssocID="{039FB0D4-DEB6-4E0F-AB62-F6DE153B1DD4}" presName="descendantText" presStyleLbl="alignAccFollowNode1" presStyleIdx="2" presStyleCnt="5">
        <dgm:presLayoutVars>
          <dgm:bulletEnabled/>
        </dgm:presLayoutVars>
      </dgm:prSet>
      <dgm:spPr/>
    </dgm:pt>
    <dgm:pt modelId="{D33FF147-809B-4F42-A0D3-E05F0958D94B}" type="pres">
      <dgm:prSet presAssocID="{AA92BF65-937A-47D4-A07C-E4893ADB1A4B}" presName="sp" presStyleCnt="0"/>
      <dgm:spPr/>
    </dgm:pt>
    <dgm:pt modelId="{8B17F4BD-9DDA-41E3-ACF2-3D0A5B143B3C}" type="pres">
      <dgm:prSet presAssocID="{282EE4E3-787C-4E44-9D6C-E577B8026C7E}" presName="linNode" presStyleCnt="0"/>
      <dgm:spPr/>
    </dgm:pt>
    <dgm:pt modelId="{D28A66D2-9F25-478E-B3F5-DE07C18C44DE}" type="pres">
      <dgm:prSet presAssocID="{282EE4E3-787C-4E44-9D6C-E577B8026C7E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037F1B95-A307-4CC6-A1CE-3F421B8F25AE}" type="pres">
      <dgm:prSet presAssocID="{282EE4E3-787C-4E44-9D6C-E577B8026C7E}" presName="descendantText" presStyleLbl="alignAccFollowNode1" presStyleIdx="3" presStyleCnt="5">
        <dgm:presLayoutVars>
          <dgm:bulletEnabled/>
        </dgm:presLayoutVars>
      </dgm:prSet>
      <dgm:spPr/>
    </dgm:pt>
    <dgm:pt modelId="{51B6F456-D6F8-4D87-B019-FB420202DA36}" type="pres">
      <dgm:prSet presAssocID="{0B1A2E14-5E5E-4A26-9AA2-95743003827E}" presName="sp" presStyleCnt="0"/>
      <dgm:spPr/>
    </dgm:pt>
    <dgm:pt modelId="{0929987C-D9F4-4095-9BD3-9EA269C1C7EE}" type="pres">
      <dgm:prSet presAssocID="{BF4696D5-CB6D-40FF-AF67-D987C5578284}" presName="linNode" presStyleCnt="0"/>
      <dgm:spPr/>
    </dgm:pt>
    <dgm:pt modelId="{DC1D7189-6144-4C2A-9EC8-C63F2DC5A56F}" type="pres">
      <dgm:prSet presAssocID="{BF4696D5-CB6D-40FF-AF67-D987C5578284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F2DB65F1-677E-47AA-8EA3-3A7EE77AB91A}" type="pres">
      <dgm:prSet presAssocID="{BF4696D5-CB6D-40FF-AF67-D987C5578284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E24ED132-8ED0-497F-80AC-D12D681DCA69}" type="presOf" srcId="{17F15F70-10B2-4452-8F1B-2A7D83CADE8F}" destId="{64DEC2E8-B9E2-465F-A123-2770FE18C561}" srcOrd="0" destOrd="0" presId="urn:microsoft.com/office/officeart/2016/7/layout/VerticalSolidActionList"/>
    <dgm:cxn modelId="{7B713566-79C3-49DE-87EA-BEFD43B94A3D}" type="presOf" srcId="{282EE4E3-787C-4E44-9D6C-E577B8026C7E}" destId="{D28A66D2-9F25-478E-B3F5-DE07C18C44DE}" srcOrd="0" destOrd="0" presId="urn:microsoft.com/office/officeart/2016/7/layout/VerticalSolidActionList"/>
    <dgm:cxn modelId="{631DC367-5DB8-4F8B-8D47-7D0F7128AD4B}" type="presOf" srcId="{0BF6515E-8C36-4413-9980-74AAB9E8B8D2}" destId="{73F9D34E-E3EF-4354-9B6B-1E97C342619E}" srcOrd="0" destOrd="0" presId="urn:microsoft.com/office/officeart/2016/7/layout/VerticalSolidActionList"/>
    <dgm:cxn modelId="{F46FD056-1550-4DFE-A84A-541780FF282F}" srcId="{039FB0D4-DEB6-4E0F-AB62-F6DE153B1DD4}" destId="{4423D072-669F-48CB-B650-13DA4DD5277C}" srcOrd="0" destOrd="0" parTransId="{E789BF25-BEF5-416F-AD3D-976AEF9C5A77}" sibTransId="{CAF3DEF1-CA45-4B58-89E1-B6D6FCD86F96}"/>
    <dgm:cxn modelId="{3EDF3685-39B1-4E03-A338-F779CF6D26AE}" srcId="{BEAABFDC-4C13-474A-A034-3E5FE3F9BFCD}" destId="{BF4696D5-CB6D-40FF-AF67-D987C5578284}" srcOrd="4" destOrd="0" parTransId="{2E1255B2-5D92-4499-89A7-F41D30DB7154}" sibTransId="{AEFBCF59-2BAA-43D3-9D69-D246F1CA5559}"/>
    <dgm:cxn modelId="{D8C82D90-F55F-474A-9564-01C4EB0F31BE}" type="presOf" srcId="{039FB0D4-DEB6-4E0F-AB62-F6DE153B1DD4}" destId="{FC45B44D-83D7-4906-BB4C-161E966504D0}" srcOrd="0" destOrd="0" presId="urn:microsoft.com/office/officeart/2016/7/layout/VerticalSolidActionList"/>
    <dgm:cxn modelId="{F7C9CDA3-E244-4253-A4FD-70A3FED296D5}" type="presOf" srcId="{BF4696D5-CB6D-40FF-AF67-D987C5578284}" destId="{DC1D7189-6144-4C2A-9EC8-C63F2DC5A56F}" srcOrd="0" destOrd="0" presId="urn:microsoft.com/office/officeart/2016/7/layout/VerticalSolidActionList"/>
    <dgm:cxn modelId="{C1082CB5-19FB-41F1-AB2A-1F0B57C23EDE}" srcId="{BEAABFDC-4C13-474A-A034-3E5FE3F9BFCD}" destId="{282EE4E3-787C-4E44-9D6C-E577B8026C7E}" srcOrd="3" destOrd="0" parTransId="{105D80F2-FCA7-4132-ABC4-05EC2B6C72D9}" sibTransId="{0B1A2E14-5E5E-4A26-9AA2-95743003827E}"/>
    <dgm:cxn modelId="{4876CDB7-E008-46AA-A29D-6CA824D613AF}" type="presOf" srcId="{1C29FCDE-64E5-49F6-AA05-93CCFEE88B68}" destId="{037F1B95-A307-4CC6-A1CE-3F421B8F25AE}" srcOrd="0" destOrd="0" presId="urn:microsoft.com/office/officeart/2016/7/layout/VerticalSolidActionList"/>
    <dgm:cxn modelId="{7F1A72BB-A014-4434-9B46-F2FF02890A53}" srcId="{0BF6515E-8C36-4413-9980-74AAB9E8B8D2}" destId="{5D711675-EEAE-4136-913B-D86BF62F3134}" srcOrd="0" destOrd="0" parTransId="{B3D5F99F-8AF1-451D-9EFE-1B7C5BBD62F5}" sibTransId="{0DD4FC46-FBC9-4941-8643-C4028246080A}"/>
    <dgm:cxn modelId="{724179BC-EF34-4944-97C8-2048E605B7A4}" type="presOf" srcId="{4423D072-669F-48CB-B650-13DA4DD5277C}" destId="{D6519450-168E-4783-844C-BFEFE7DF150E}" srcOrd="0" destOrd="0" presId="urn:microsoft.com/office/officeart/2016/7/layout/VerticalSolidActionList"/>
    <dgm:cxn modelId="{2A72A6BD-20A1-4FAC-8BF8-72FCD0840A37}" type="presOf" srcId="{5D711675-EEAE-4136-913B-D86BF62F3134}" destId="{97CD4423-D455-4C11-A965-0B0254B419E9}" srcOrd="0" destOrd="0" presId="urn:microsoft.com/office/officeart/2016/7/layout/VerticalSolidActionList"/>
    <dgm:cxn modelId="{092196C1-F188-4DF0-8471-EFDB1EDC25F5}" srcId="{BEAABFDC-4C13-474A-A034-3E5FE3F9BFCD}" destId="{039FB0D4-DEB6-4E0F-AB62-F6DE153B1DD4}" srcOrd="2" destOrd="0" parTransId="{0DF50D66-5128-4B42-A44E-1F7F41E8AC6A}" sibTransId="{AA92BF65-937A-47D4-A07C-E4893ADB1A4B}"/>
    <dgm:cxn modelId="{AF2DA1CD-9F05-4468-9541-3FF5AE92C83D}" type="presOf" srcId="{92B018F4-307A-4D19-85A3-CD7F70447284}" destId="{F2DB65F1-677E-47AA-8EA3-3A7EE77AB91A}" srcOrd="0" destOrd="0" presId="urn:microsoft.com/office/officeart/2016/7/layout/VerticalSolidActionList"/>
    <dgm:cxn modelId="{318E69D0-EDDE-401D-BB95-561B181259C7}" srcId="{BF4696D5-CB6D-40FF-AF67-D987C5578284}" destId="{92B018F4-307A-4D19-85A3-CD7F70447284}" srcOrd="0" destOrd="0" parTransId="{C9D53FBE-2890-4744-A307-1102FCF0A97F}" sibTransId="{139AA62F-40F4-41BE-A454-2395DEC4EE0C}"/>
    <dgm:cxn modelId="{D1C001DB-FE43-4C75-A05C-3EDB03AEFBFE}" type="presOf" srcId="{BEAABFDC-4C13-474A-A034-3E5FE3F9BFCD}" destId="{2E3B33AA-E9BE-49DE-9905-AB926EAE84D2}" srcOrd="0" destOrd="0" presId="urn:microsoft.com/office/officeart/2016/7/layout/VerticalSolidActionList"/>
    <dgm:cxn modelId="{E629E0DD-40A0-4C48-A93A-FE818F4016E9}" srcId="{282EE4E3-787C-4E44-9D6C-E577B8026C7E}" destId="{1C29FCDE-64E5-49F6-AA05-93CCFEE88B68}" srcOrd="0" destOrd="0" parTransId="{D8E84968-81A2-42E5-BE6B-186BF1E74A48}" sibTransId="{ED3A8419-48C3-4B8F-B071-A487D8AB135E}"/>
    <dgm:cxn modelId="{1F0A83E0-FBA6-4B6F-AA71-C725BCE0FF69}" type="presOf" srcId="{2C6B767E-9979-4B9C-B389-027A92270CE4}" destId="{72B70F65-AF28-40B2-8891-E4C1D9CEC933}" srcOrd="0" destOrd="0" presId="urn:microsoft.com/office/officeart/2016/7/layout/VerticalSolidActionList"/>
    <dgm:cxn modelId="{7CE2F0E0-F51A-4988-BCFA-BBF6753EDFE7}" srcId="{BEAABFDC-4C13-474A-A034-3E5FE3F9BFCD}" destId="{2C6B767E-9979-4B9C-B389-027A92270CE4}" srcOrd="1" destOrd="0" parTransId="{8633D1CD-1E87-45C1-8466-6E822A02728C}" sibTransId="{88C2B18F-BF6C-4645-BA89-C69B7F0E3819}"/>
    <dgm:cxn modelId="{A15C80EC-D951-4EBD-B7B1-467A82E28DDB}" srcId="{2C6B767E-9979-4B9C-B389-027A92270CE4}" destId="{17F15F70-10B2-4452-8F1B-2A7D83CADE8F}" srcOrd="0" destOrd="0" parTransId="{3C2F33FA-ACD1-459E-8DBA-1EB0E6128477}" sibTransId="{BE336A30-B2BE-4363-B16A-5B259645BB53}"/>
    <dgm:cxn modelId="{FBF2F3F5-562D-4F0C-AEEF-4A3B1C1B37D3}" srcId="{BEAABFDC-4C13-474A-A034-3E5FE3F9BFCD}" destId="{0BF6515E-8C36-4413-9980-74AAB9E8B8D2}" srcOrd="0" destOrd="0" parTransId="{2B6D64DD-0FEE-4959-A013-74B81358B63A}" sibTransId="{FF6AFC50-B506-4E34-9239-83A337BB70C9}"/>
    <dgm:cxn modelId="{82B71B2F-4AA4-4954-A7CA-C520416D4186}" type="presParOf" srcId="{2E3B33AA-E9BE-49DE-9905-AB926EAE84D2}" destId="{B82F4FBF-A048-4B62-9939-3DEF9C90D651}" srcOrd="0" destOrd="0" presId="urn:microsoft.com/office/officeart/2016/7/layout/VerticalSolidActionList"/>
    <dgm:cxn modelId="{92837E33-08F7-4C91-969E-BA68D3BB6A2C}" type="presParOf" srcId="{B82F4FBF-A048-4B62-9939-3DEF9C90D651}" destId="{73F9D34E-E3EF-4354-9B6B-1E97C342619E}" srcOrd="0" destOrd="0" presId="urn:microsoft.com/office/officeart/2016/7/layout/VerticalSolidActionList"/>
    <dgm:cxn modelId="{A73B69B4-F83F-4A14-A55A-957C64CA470F}" type="presParOf" srcId="{B82F4FBF-A048-4B62-9939-3DEF9C90D651}" destId="{97CD4423-D455-4C11-A965-0B0254B419E9}" srcOrd="1" destOrd="0" presId="urn:microsoft.com/office/officeart/2016/7/layout/VerticalSolidActionList"/>
    <dgm:cxn modelId="{A4D103BC-897E-4D53-B115-B26BED890AF8}" type="presParOf" srcId="{2E3B33AA-E9BE-49DE-9905-AB926EAE84D2}" destId="{10ED0D49-CCFF-4654-A5B6-EF320A2D7C7C}" srcOrd="1" destOrd="0" presId="urn:microsoft.com/office/officeart/2016/7/layout/VerticalSolidActionList"/>
    <dgm:cxn modelId="{F30A5991-3AD1-45EC-BBA2-0B48F331988F}" type="presParOf" srcId="{2E3B33AA-E9BE-49DE-9905-AB926EAE84D2}" destId="{A5766131-8BC8-406E-BAED-75A796DC6FC6}" srcOrd="2" destOrd="0" presId="urn:microsoft.com/office/officeart/2016/7/layout/VerticalSolidActionList"/>
    <dgm:cxn modelId="{B3C87BBC-1784-4D08-B266-D9752655A948}" type="presParOf" srcId="{A5766131-8BC8-406E-BAED-75A796DC6FC6}" destId="{72B70F65-AF28-40B2-8891-E4C1D9CEC933}" srcOrd="0" destOrd="0" presId="urn:microsoft.com/office/officeart/2016/7/layout/VerticalSolidActionList"/>
    <dgm:cxn modelId="{4B4205D3-B8D2-408B-8560-D4051C65790A}" type="presParOf" srcId="{A5766131-8BC8-406E-BAED-75A796DC6FC6}" destId="{64DEC2E8-B9E2-465F-A123-2770FE18C561}" srcOrd="1" destOrd="0" presId="urn:microsoft.com/office/officeart/2016/7/layout/VerticalSolidActionList"/>
    <dgm:cxn modelId="{A2BFCD53-6A3E-480A-A31B-995449027CE1}" type="presParOf" srcId="{2E3B33AA-E9BE-49DE-9905-AB926EAE84D2}" destId="{E34F9E74-4C48-4056-B432-90D7C2F03E15}" srcOrd="3" destOrd="0" presId="urn:microsoft.com/office/officeart/2016/7/layout/VerticalSolidActionList"/>
    <dgm:cxn modelId="{8151A240-C4F0-40A5-9C72-BD7A83CCBD26}" type="presParOf" srcId="{2E3B33AA-E9BE-49DE-9905-AB926EAE84D2}" destId="{41CDD123-8D01-4324-9161-128066C4B131}" srcOrd="4" destOrd="0" presId="urn:microsoft.com/office/officeart/2016/7/layout/VerticalSolidActionList"/>
    <dgm:cxn modelId="{08B8A5BE-BEFE-431F-ADD8-5E7776CC2246}" type="presParOf" srcId="{41CDD123-8D01-4324-9161-128066C4B131}" destId="{FC45B44D-83D7-4906-BB4C-161E966504D0}" srcOrd="0" destOrd="0" presId="urn:microsoft.com/office/officeart/2016/7/layout/VerticalSolidActionList"/>
    <dgm:cxn modelId="{A66F3BD7-4188-4651-BFD0-5C4626814C56}" type="presParOf" srcId="{41CDD123-8D01-4324-9161-128066C4B131}" destId="{D6519450-168E-4783-844C-BFEFE7DF150E}" srcOrd="1" destOrd="0" presId="urn:microsoft.com/office/officeart/2016/7/layout/VerticalSolidActionList"/>
    <dgm:cxn modelId="{953D1BD9-BFE8-44B9-9049-FE327044B93E}" type="presParOf" srcId="{2E3B33AA-E9BE-49DE-9905-AB926EAE84D2}" destId="{D33FF147-809B-4F42-A0D3-E05F0958D94B}" srcOrd="5" destOrd="0" presId="urn:microsoft.com/office/officeart/2016/7/layout/VerticalSolidActionList"/>
    <dgm:cxn modelId="{F59DBD92-ABB1-4BDF-971A-4A0C883D52F5}" type="presParOf" srcId="{2E3B33AA-E9BE-49DE-9905-AB926EAE84D2}" destId="{8B17F4BD-9DDA-41E3-ACF2-3D0A5B143B3C}" srcOrd="6" destOrd="0" presId="urn:microsoft.com/office/officeart/2016/7/layout/VerticalSolidActionList"/>
    <dgm:cxn modelId="{38ADF469-0055-43ED-9B15-B106336CC34A}" type="presParOf" srcId="{8B17F4BD-9DDA-41E3-ACF2-3D0A5B143B3C}" destId="{D28A66D2-9F25-478E-B3F5-DE07C18C44DE}" srcOrd="0" destOrd="0" presId="urn:microsoft.com/office/officeart/2016/7/layout/VerticalSolidActionList"/>
    <dgm:cxn modelId="{C20B285A-EB06-4D5E-9C49-A54FAAD9525C}" type="presParOf" srcId="{8B17F4BD-9DDA-41E3-ACF2-3D0A5B143B3C}" destId="{037F1B95-A307-4CC6-A1CE-3F421B8F25AE}" srcOrd="1" destOrd="0" presId="urn:microsoft.com/office/officeart/2016/7/layout/VerticalSolidActionList"/>
    <dgm:cxn modelId="{EB0AB7F5-FD9E-4A85-9F41-15D7F7608B9E}" type="presParOf" srcId="{2E3B33AA-E9BE-49DE-9905-AB926EAE84D2}" destId="{51B6F456-D6F8-4D87-B019-FB420202DA36}" srcOrd="7" destOrd="0" presId="urn:microsoft.com/office/officeart/2016/7/layout/VerticalSolidActionList"/>
    <dgm:cxn modelId="{5B5AEDF8-2EBE-40FE-9F65-F90E078F206B}" type="presParOf" srcId="{2E3B33AA-E9BE-49DE-9905-AB926EAE84D2}" destId="{0929987C-D9F4-4095-9BD3-9EA269C1C7EE}" srcOrd="8" destOrd="0" presId="urn:microsoft.com/office/officeart/2016/7/layout/VerticalSolidActionList"/>
    <dgm:cxn modelId="{443A3A3D-5A1F-404D-B200-6B8FCF93BDF1}" type="presParOf" srcId="{0929987C-D9F4-4095-9BD3-9EA269C1C7EE}" destId="{DC1D7189-6144-4C2A-9EC8-C63F2DC5A56F}" srcOrd="0" destOrd="0" presId="urn:microsoft.com/office/officeart/2016/7/layout/VerticalSolidActionList"/>
    <dgm:cxn modelId="{AECE7E4C-5FF9-4343-84DC-972FEEC302B0}" type="presParOf" srcId="{0929987C-D9F4-4095-9BD3-9EA269C1C7EE}" destId="{F2DB65F1-677E-47AA-8EA3-3A7EE77AB91A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DBB2244-7C0B-4767-B836-0D16200783FC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7873AAB-FAA7-444A-9EBA-295EBA63815A}">
      <dgm:prSet/>
      <dgm:spPr/>
      <dgm:t>
        <a:bodyPr/>
        <a:lstStyle/>
        <a:p>
          <a:r>
            <a:rPr lang="en-US"/>
            <a:t>Import cleaned data into SQL database.</a:t>
          </a:r>
        </a:p>
      </dgm:t>
    </dgm:pt>
    <dgm:pt modelId="{A5470FBA-88D6-4B9D-9F4C-8024A2F30A85}" type="parTrans" cxnId="{B7347E83-4FCE-4DB1-B730-58591A7CD86A}">
      <dgm:prSet/>
      <dgm:spPr/>
      <dgm:t>
        <a:bodyPr/>
        <a:lstStyle/>
        <a:p>
          <a:endParaRPr lang="en-US"/>
        </a:p>
      </dgm:t>
    </dgm:pt>
    <dgm:pt modelId="{32E9C93A-433D-401F-BAB4-A2A32024E618}" type="sibTrans" cxnId="{B7347E83-4FCE-4DB1-B730-58591A7CD86A}">
      <dgm:prSet/>
      <dgm:spPr/>
      <dgm:t>
        <a:bodyPr/>
        <a:lstStyle/>
        <a:p>
          <a:endParaRPr lang="en-US"/>
        </a:p>
      </dgm:t>
    </dgm:pt>
    <dgm:pt modelId="{9F75F7E8-8638-458B-A3EC-8398C8010676}">
      <dgm:prSet/>
      <dgm:spPr/>
      <dgm:t>
        <a:bodyPr/>
        <a:lstStyle/>
        <a:p>
          <a:r>
            <a:rPr lang="en-US"/>
            <a:t>Use GROUP BY and aggregate functions.</a:t>
          </a:r>
        </a:p>
      </dgm:t>
    </dgm:pt>
    <dgm:pt modelId="{29317DD3-AE65-4731-822B-2C825EB386CD}" type="parTrans" cxnId="{CCB3A9C6-EF20-4177-A6C9-1A7919F3D6E1}">
      <dgm:prSet/>
      <dgm:spPr/>
      <dgm:t>
        <a:bodyPr/>
        <a:lstStyle/>
        <a:p>
          <a:endParaRPr lang="en-US"/>
        </a:p>
      </dgm:t>
    </dgm:pt>
    <dgm:pt modelId="{ACABF261-9EA6-46D3-A05F-84FBD3D44D6A}" type="sibTrans" cxnId="{CCB3A9C6-EF20-4177-A6C9-1A7919F3D6E1}">
      <dgm:prSet/>
      <dgm:spPr/>
      <dgm:t>
        <a:bodyPr/>
        <a:lstStyle/>
        <a:p>
          <a:endParaRPr lang="en-US"/>
        </a:p>
      </dgm:t>
    </dgm:pt>
    <dgm:pt modelId="{27A581F0-577A-4059-BA3E-99D2B7D82FD2}">
      <dgm:prSet/>
      <dgm:spPr/>
      <dgm:t>
        <a:bodyPr/>
        <a:lstStyle/>
        <a:p>
          <a:r>
            <a:rPr lang="en-US"/>
            <a:t>Calculate Total Revenue and Sales Metrics.</a:t>
          </a:r>
        </a:p>
      </dgm:t>
    </dgm:pt>
    <dgm:pt modelId="{B720F1BD-AA70-4B8B-BC71-6030B473F000}" type="parTrans" cxnId="{A593F411-18A6-49C8-A11A-2CCC42483109}">
      <dgm:prSet/>
      <dgm:spPr/>
      <dgm:t>
        <a:bodyPr/>
        <a:lstStyle/>
        <a:p>
          <a:endParaRPr lang="en-US"/>
        </a:p>
      </dgm:t>
    </dgm:pt>
    <dgm:pt modelId="{A5A85E91-8BD3-4A5A-A3FF-13686B924794}" type="sibTrans" cxnId="{A593F411-18A6-49C8-A11A-2CCC42483109}">
      <dgm:prSet/>
      <dgm:spPr/>
      <dgm:t>
        <a:bodyPr/>
        <a:lstStyle/>
        <a:p>
          <a:endParaRPr lang="en-US"/>
        </a:p>
      </dgm:t>
    </dgm:pt>
    <dgm:pt modelId="{A2231933-A341-4004-BE65-5602DF9C11D4}">
      <dgm:prSet/>
      <dgm:spPr/>
      <dgm:t>
        <a:bodyPr/>
        <a:lstStyle/>
        <a:p>
          <a:r>
            <a:rPr lang="en-US"/>
            <a:t>Identify best-selling products and city-wise performance.</a:t>
          </a:r>
        </a:p>
      </dgm:t>
    </dgm:pt>
    <dgm:pt modelId="{46F2DCB5-11BB-4FF8-9314-43002B0A4283}" type="parTrans" cxnId="{97EF31A6-19F8-4C3D-B19A-27E6A0B3F048}">
      <dgm:prSet/>
      <dgm:spPr/>
      <dgm:t>
        <a:bodyPr/>
        <a:lstStyle/>
        <a:p>
          <a:endParaRPr lang="en-US"/>
        </a:p>
      </dgm:t>
    </dgm:pt>
    <dgm:pt modelId="{41BFE4A8-497A-4389-B8B0-380DB39EDC71}" type="sibTrans" cxnId="{97EF31A6-19F8-4C3D-B19A-27E6A0B3F048}">
      <dgm:prSet/>
      <dgm:spPr/>
      <dgm:t>
        <a:bodyPr/>
        <a:lstStyle/>
        <a:p>
          <a:endParaRPr lang="en-US"/>
        </a:p>
      </dgm:t>
    </dgm:pt>
    <dgm:pt modelId="{7A4E32DE-902C-4489-8F3E-5CB1EAC83487}">
      <dgm:prSet/>
      <dgm:spPr/>
      <dgm:t>
        <a:bodyPr/>
        <a:lstStyle/>
        <a:p>
          <a:r>
            <a:rPr lang="en-US"/>
            <a:t>Store all SQL scripts in GitHub repository.</a:t>
          </a:r>
        </a:p>
      </dgm:t>
    </dgm:pt>
    <dgm:pt modelId="{CF326636-BD91-4BCD-AC98-060B7104C454}" type="parTrans" cxnId="{DD0DA688-1D36-4526-89D9-DD26F13D85E1}">
      <dgm:prSet/>
      <dgm:spPr/>
      <dgm:t>
        <a:bodyPr/>
        <a:lstStyle/>
        <a:p>
          <a:endParaRPr lang="en-US"/>
        </a:p>
      </dgm:t>
    </dgm:pt>
    <dgm:pt modelId="{4BC98442-79AC-43DF-8659-6F4363D7E3A9}" type="sibTrans" cxnId="{DD0DA688-1D36-4526-89D9-DD26F13D85E1}">
      <dgm:prSet/>
      <dgm:spPr/>
      <dgm:t>
        <a:bodyPr/>
        <a:lstStyle/>
        <a:p>
          <a:endParaRPr lang="en-US"/>
        </a:p>
      </dgm:t>
    </dgm:pt>
    <dgm:pt modelId="{4B0E0689-B69E-44FC-ACEA-434D039D007A}" type="pres">
      <dgm:prSet presAssocID="{0DBB2244-7C0B-4767-B836-0D16200783FC}" presName="Name0" presStyleCnt="0">
        <dgm:presLayoutVars>
          <dgm:dir/>
          <dgm:resizeHandles val="exact"/>
        </dgm:presLayoutVars>
      </dgm:prSet>
      <dgm:spPr/>
    </dgm:pt>
    <dgm:pt modelId="{20712359-2748-4713-AFB4-E834CE6CED9F}" type="pres">
      <dgm:prSet presAssocID="{87873AAB-FAA7-444A-9EBA-295EBA63815A}" presName="node" presStyleLbl="node1" presStyleIdx="0" presStyleCnt="5">
        <dgm:presLayoutVars>
          <dgm:bulletEnabled val="1"/>
        </dgm:presLayoutVars>
      </dgm:prSet>
      <dgm:spPr/>
    </dgm:pt>
    <dgm:pt modelId="{D66A6423-2ADF-4DB4-8309-44A1CC0DA82D}" type="pres">
      <dgm:prSet presAssocID="{32E9C93A-433D-401F-BAB4-A2A32024E618}" presName="sibTrans" presStyleLbl="sibTrans1D1" presStyleIdx="0" presStyleCnt="4"/>
      <dgm:spPr/>
    </dgm:pt>
    <dgm:pt modelId="{3652BEF4-7354-4806-A37F-F0F22171778F}" type="pres">
      <dgm:prSet presAssocID="{32E9C93A-433D-401F-BAB4-A2A32024E618}" presName="connectorText" presStyleLbl="sibTrans1D1" presStyleIdx="0" presStyleCnt="4"/>
      <dgm:spPr/>
    </dgm:pt>
    <dgm:pt modelId="{ABA5A411-865F-4F19-A665-C19C99C83D45}" type="pres">
      <dgm:prSet presAssocID="{9F75F7E8-8638-458B-A3EC-8398C8010676}" presName="node" presStyleLbl="node1" presStyleIdx="1" presStyleCnt="5">
        <dgm:presLayoutVars>
          <dgm:bulletEnabled val="1"/>
        </dgm:presLayoutVars>
      </dgm:prSet>
      <dgm:spPr/>
    </dgm:pt>
    <dgm:pt modelId="{981935D2-0233-4B19-970A-953BF0E7F3A5}" type="pres">
      <dgm:prSet presAssocID="{ACABF261-9EA6-46D3-A05F-84FBD3D44D6A}" presName="sibTrans" presStyleLbl="sibTrans1D1" presStyleIdx="1" presStyleCnt="4"/>
      <dgm:spPr/>
    </dgm:pt>
    <dgm:pt modelId="{EE7F5169-7A7C-46FD-8FEF-1CEB7F812DF0}" type="pres">
      <dgm:prSet presAssocID="{ACABF261-9EA6-46D3-A05F-84FBD3D44D6A}" presName="connectorText" presStyleLbl="sibTrans1D1" presStyleIdx="1" presStyleCnt="4"/>
      <dgm:spPr/>
    </dgm:pt>
    <dgm:pt modelId="{367A088C-9D9E-4638-8BB6-D1E06FBEE841}" type="pres">
      <dgm:prSet presAssocID="{27A581F0-577A-4059-BA3E-99D2B7D82FD2}" presName="node" presStyleLbl="node1" presStyleIdx="2" presStyleCnt="5">
        <dgm:presLayoutVars>
          <dgm:bulletEnabled val="1"/>
        </dgm:presLayoutVars>
      </dgm:prSet>
      <dgm:spPr/>
    </dgm:pt>
    <dgm:pt modelId="{9BDD23D0-88CF-47CD-ADE7-096C0457678F}" type="pres">
      <dgm:prSet presAssocID="{A5A85E91-8BD3-4A5A-A3FF-13686B924794}" presName="sibTrans" presStyleLbl="sibTrans1D1" presStyleIdx="2" presStyleCnt="4"/>
      <dgm:spPr/>
    </dgm:pt>
    <dgm:pt modelId="{2E157A3E-A324-4A66-B297-0203199E6ABA}" type="pres">
      <dgm:prSet presAssocID="{A5A85E91-8BD3-4A5A-A3FF-13686B924794}" presName="connectorText" presStyleLbl="sibTrans1D1" presStyleIdx="2" presStyleCnt="4"/>
      <dgm:spPr/>
    </dgm:pt>
    <dgm:pt modelId="{5E5D0F37-B5C3-447F-B59B-EFC3DCF81602}" type="pres">
      <dgm:prSet presAssocID="{A2231933-A341-4004-BE65-5602DF9C11D4}" presName="node" presStyleLbl="node1" presStyleIdx="3" presStyleCnt="5">
        <dgm:presLayoutVars>
          <dgm:bulletEnabled val="1"/>
        </dgm:presLayoutVars>
      </dgm:prSet>
      <dgm:spPr/>
    </dgm:pt>
    <dgm:pt modelId="{8E897915-5106-45AA-869C-E772C2BCB18B}" type="pres">
      <dgm:prSet presAssocID="{41BFE4A8-497A-4389-B8B0-380DB39EDC71}" presName="sibTrans" presStyleLbl="sibTrans1D1" presStyleIdx="3" presStyleCnt="4"/>
      <dgm:spPr/>
    </dgm:pt>
    <dgm:pt modelId="{DCED5E5F-4145-4A2D-AA4D-72C236949457}" type="pres">
      <dgm:prSet presAssocID="{41BFE4A8-497A-4389-B8B0-380DB39EDC71}" presName="connectorText" presStyleLbl="sibTrans1D1" presStyleIdx="3" presStyleCnt="4"/>
      <dgm:spPr/>
    </dgm:pt>
    <dgm:pt modelId="{8BBEFA97-CDBE-4E7B-9C06-B8961EAE5166}" type="pres">
      <dgm:prSet presAssocID="{7A4E32DE-902C-4489-8F3E-5CB1EAC83487}" presName="node" presStyleLbl="node1" presStyleIdx="4" presStyleCnt="5">
        <dgm:presLayoutVars>
          <dgm:bulletEnabled val="1"/>
        </dgm:presLayoutVars>
      </dgm:prSet>
      <dgm:spPr/>
    </dgm:pt>
  </dgm:ptLst>
  <dgm:cxnLst>
    <dgm:cxn modelId="{3CF33101-0453-45E9-BEEF-02DA631BA066}" type="presOf" srcId="{7A4E32DE-902C-4489-8F3E-5CB1EAC83487}" destId="{8BBEFA97-CDBE-4E7B-9C06-B8961EAE5166}" srcOrd="0" destOrd="0" presId="urn:microsoft.com/office/officeart/2016/7/layout/RepeatingBendingProcessNew"/>
    <dgm:cxn modelId="{6C971508-7A7F-4977-8BEE-4307BE5F1922}" type="presOf" srcId="{0DBB2244-7C0B-4767-B836-0D16200783FC}" destId="{4B0E0689-B69E-44FC-ACEA-434D039D007A}" srcOrd="0" destOrd="0" presId="urn:microsoft.com/office/officeart/2016/7/layout/RepeatingBendingProcessNew"/>
    <dgm:cxn modelId="{F4A79810-417B-4A97-AF19-5B89A61B092B}" type="presOf" srcId="{32E9C93A-433D-401F-BAB4-A2A32024E618}" destId="{3652BEF4-7354-4806-A37F-F0F22171778F}" srcOrd="1" destOrd="0" presId="urn:microsoft.com/office/officeart/2016/7/layout/RepeatingBendingProcessNew"/>
    <dgm:cxn modelId="{A593F411-18A6-49C8-A11A-2CCC42483109}" srcId="{0DBB2244-7C0B-4767-B836-0D16200783FC}" destId="{27A581F0-577A-4059-BA3E-99D2B7D82FD2}" srcOrd="2" destOrd="0" parTransId="{B720F1BD-AA70-4B8B-BC71-6030B473F000}" sibTransId="{A5A85E91-8BD3-4A5A-A3FF-13686B924794}"/>
    <dgm:cxn modelId="{38C1FF28-826F-4EA7-B9A1-96A4858611F0}" type="presOf" srcId="{32E9C93A-433D-401F-BAB4-A2A32024E618}" destId="{D66A6423-2ADF-4DB4-8309-44A1CC0DA82D}" srcOrd="0" destOrd="0" presId="urn:microsoft.com/office/officeart/2016/7/layout/RepeatingBendingProcessNew"/>
    <dgm:cxn modelId="{50DA577D-813E-46D4-8EB9-4EAFC6ED720E}" type="presOf" srcId="{87873AAB-FAA7-444A-9EBA-295EBA63815A}" destId="{20712359-2748-4713-AFB4-E834CE6CED9F}" srcOrd="0" destOrd="0" presId="urn:microsoft.com/office/officeart/2016/7/layout/RepeatingBendingProcessNew"/>
    <dgm:cxn modelId="{B7347E83-4FCE-4DB1-B730-58591A7CD86A}" srcId="{0DBB2244-7C0B-4767-B836-0D16200783FC}" destId="{87873AAB-FAA7-444A-9EBA-295EBA63815A}" srcOrd="0" destOrd="0" parTransId="{A5470FBA-88D6-4B9D-9F4C-8024A2F30A85}" sibTransId="{32E9C93A-433D-401F-BAB4-A2A32024E618}"/>
    <dgm:cxn modelId="{DD0DA688-1D36-4526-89D9-DD26F13D85E1}" srcId="{0DBB2244-7C0B-4767-B836-0D16200783FC}" destId="{7A4E32DE-902C-4489-8F3E-5CB1EAC83487}" srcOrd="4" destOrd="0" parTransId="{CF326636-BD91-4BCD-AC98-060B7104C454}" sibTransId="{4BC98442-79AC-43DF-8659-6F4363D7E3A9}"/>
    <dgm:cxn modelId="{0FB93B8C-9875-47A2-821F-61B4DC9C6CE8}" type="presOf" srcId="{41BFE4A8-497A-4389-B8B0-380DB39EDC71}" destId="{DCED5E5F-4145-4A2D-AA4D-72C236949457}" srcOrd="1" destOrd="0" presId="urn:microsoft.com/office/officeart/2016/7/layout/RepeatingBendingProcessNew"/>
    <dgm:cxn modelId="{14E579A2-BDBD-4AF7-9613-76A2E30891A4}" type="presOf" srcId="{ACABF261-9EA6-46D3-A05F-84FBD3D44D6A}" destId="{981935D2-0233-4B19-970A-953BF0E7F3A5}" srcOrd="0" destOrd="0" presId="urn:microsoft.com/office/officeart/2016/7/layout/RepeatingBendingProcessNew"/>
    <dgm:cxn modelId="{97EF31A6-19F8-4C3D-B19A-27E6A0B3F048}" srcId="{0DBB2244-7C0B-4767-B836-0D16200783FC}" destId="{A2231933-A341-4004-BE65-5602DF9C11D4}" srcOrd="3" destOrd="0" parTransId="{46F2DCB5-11BB-4FF8-9314-43002B0A4283}" sibTransId="{41BFE4A8-497A-4389-B8B0-380DB39EDC71}"/>
    <dgm:cxn modelId="{312B5DA8-5FBF-4380-866C-4FB44F21BE41}" type="presOf" srcId="{ACABF261-9EA6-46D3-A05F-84FBD3D44D6A}" destId="{EE7F5169-7A7C-46FD-8FEF-1CEB7F812DF0}" srcOrd="1" destOrd="0" presId="urn:microsoft.com/office/officeart/2016/7/layout/RepeatingBendingProcessNew"/>
    <dgm:cxn modelId="{97B4CBB1-F54A-4E5C-8275-C2FC2CB806EC}" type="presOf" srcId="{A2231933-A341-4004-BE65-5602DF9C11D4}" destId="{5E5D0F37-B5C3-447F-B59B-EFC3DCF81602}" srcOrd="0" destOrd="0" presId="urn:microsoft.com/office/officeart/2016/7/layout/RepeatingBendingProcessNew"/>
    <dgm:cxn modelId="{CCB3A9C6-EF20-4177-A6C9-1A7919F3D6E1}" srcId="{0DBB2244-7C0B-4767-B836-0D16200783FC}" destId="{9F75F7E8-8638-458B-A3EC-8398C8010676}" srcOrd="1" destOrd="0" parTransId="{29317DD3-AE65-4731-822B-2C825EB386CD}" sibTransId="{ACABF261-9EA6-46D3-A05F-84FBD3D44D6A}"/>
    <dgm:cxn modelId="{8B49ADCC-B747-4A89-AEE5-68004900F78E}" type="presOf" srcId="{A5A85E91-8BD3-4A5A-A3FF-13686B924794}" destId="{2E157A3E-A324-4A66-B297-0203199E6ABA}" srcOrd="1" destOrd="0" presId="urn:microsoft.com/office/officeart/2016/7/layout/RepeatingBendingProcessNew"/>
    <dgm:cxn modelId="{5DEEFFCD-764D-47A0-8A3C-DFE97E7BAF2A}" type="presOf" srcId="{A5A85E91-8BD3-4A5A-A3FF-13686B924794}" destId="{9BDD23D0-88CF-47CD-ADE7-096C0457678F}" srcOrd="0" destOrd="0" presId="urn:microsoft.com/office/officeart/2016/7/layout/RepeatingBendingProcessNew"/>
    <dgm:cxn modelId="{06FD95D8-A137-46DD-B7D8-5203BD910F89}" type="presOf" srcId="{41BFE4A8-497A-4389-B8B0-380DB39EDC71}" destId="{8E897915-5106-45AA-869C-E772C2BCB18B}" srcOrd="0" destOrd="0" presId="urn:microsoft.com/office/officeart/2016/7/layout/RepeatingBendingProcessNew"/>
    <dgm:cxn modelId="{757DA8E7-B190-4051-BBB6-C73D5CAC4ABA}" type="presOf" srcId="{27A581F0-577A-4059-BA3E-99D2B7D82FD2}" destId="{367A088C-9D9E-4638-8BB6-D1E06FBEE841}" srcOrd="0" destOrd="0" presId="urn:microsoft.com/office/officeart/2016/7/layout/RepeatingBendingProcessNew"/>
    <dgm:cxn modelId="{5322D6E7-BA2D-446F-B765-7F143CCECB9F}" type="presOf" srcId="{9F75F7E8-8638-458B-A3EC-8398C8010676}" destId="{ABA5A411-865F-4F19-A665-C19C99C83D45}" srcOrd="0" destOrd="0" presId="urn:microsoft.com/office/officeart/2016/7/layout/RepeatingBendingProcessNew"/>
    <dgm:cxn modelId="{166A0B66-7AE1-47AF-A2F1-ADB125576AFE}" type="presParOf" srcId="{4B0E0689-B69E-44FC-ACEA-434D039D007A}" destId="{20712359-2748-4713-AFB4-E834CE6CED9F}" srcOrd="0" destOrd="0" presId="urn:microsoft.com/office/officeart/2016/7/layout/RepeatingBendingProcessNew"/>
    <dgm:cxn modelId="{341125DC-D259-4782-8233-A68E6A055686}" type="presParOf" srcId="{4B0E0689-B69E-44FC-ACEA-434D039D007A}" destId="{D66A6423-2ADF-4DB4-8309-44A1CC0DA82D}" srcOrd="1" destOrd="0" presId="urn:microsoft.com/office/officeart/2016/7/layout/RepeatingBendingProcessNew"/>
    <dgm:cxn modelId="{9C4FF484-DEC5-43C7-9495-00F2B710A334}" type="presParOf" srcId="{D66A6423-2ADF-4DB4-8309-44A1CC0DA82D}" destId="{3652BEF4-7354-4806-A37F-F0F22171778F}" srcOrd="0" destOrd="0" presId="urn:microsoft.com/office/officeart/2016/7/layout/RepeatingBendingProcessNew"/>
    <dgm:cxn modelId="{EA8BB95E-3FC5-4DA4-B4D1-015A258A713B}" type="presParOf" srcId="{4B0E0689-B69E-44FC-ACEA-434D039D007A}" destId="{ABA5A411-865F-4F19-A665-C19C99C83D45}" srcOrd="2" destOrd="0" presId="urn:microsoft.com/office/officeart/2016/7/layout/RepeatingBendingProcessNew"/>
    <dgm:cxn modelId="{B552C092-8416-413C-9579-8F338B8F3815}" type="presParOf" srcId="{4B0E0689-B69E-44FC-ACEA-434D039D007A}" destId="{981935D2-0233-4B19-970A-953BF0E7F3A5}" srcOrd="3" destOrd="0" presId="urn:microsoft.com/office/officeart/2016/7/layout/RepeatingBendingProcessNew"/>
    <dgm:cxn modelId="{D0C0DCA1-0EDD-46EA-8372-FB77B031DDB8}" type="presParOf" srcId="{981935D2-0233-4B19-970A-953BF0E7F3A5}" destId="{EE7F5169-7A7C-46FD-8FEF-1CEB7F812DF0}" srcOrd="0" destOrd="0" presId="urn:microsoft.com/office/officeart/2016/7/layout/RepeatingBendingProcessNew"/>
    <dgm:cxn modelId="{541EB31D-8FDB-4E88-B27F-2D784E737C8D}" type="presParOf" srcId="{4B0E0689-B69E-44FC-ACEA-434D039D007A}" destId="{367A088C-9D9E-4638-8BB6-D1E06FBEE841}" srcOrd="4" destOrd="0" presId="urn:microsoft.com/office/officeart/2016/7/layout/RepeatingBendingProcessNew"/>
    <dgm:cxn modelId="{80C524F4-35AA-4B31-B0DA-591263B4A4B0}" type="presParOf" srcId="{4B0E0689-B69E-44FC-ACEA-434D039D007A}" destId="{9BDD23D0-88CF-47CD-ADE7-096C0457678F}" srcOrd="5" destOrd="0" presId="urn:microsoft.com/office/officeart/2016/7/layout/RepeatingBendingProcessNew"/>
    <dgm:cxn modelId="{757CA213-6D5B-44BB-9A1F-6D4B9DF38CFE}" type="presParOf" srcId="{9BDD23D0-88CF-47CD-ADE7-096C0457678F}" destId="{2E157A3E-A324-4A66-B297-0203199E6ABA}" srcOrd="0" destOrd="0" presId="urn:microsoft.com/office/officeart/2016/7/layout/RepeatingBendingProcessNew"/>
    <dgm:cxn modelId="{90057D9F-2C38-4A73-B159-9FA92B2A0E99}" type="presParOf" srcId="{4B0E0689-B69E-44FC-ACEA-434D039D007A}" destId="{5E5D0F37-B5C3-447F-B59B-EFC3DCF81602}" srcOrd="6" destOrd="0" presId="urn:microsoft.com/office/officeart/2016/7/layout/RepeatingBendingProcessNew"/>
    <dgm:cxn modelId="{1C837BD5-11B3-4E0D-9FC1-E811CD48BA18}" type="presParOf" srcId="{4B0E0689-B69E-44FC-ACEA-434D039D007A}" destId="{8E897915-5106-45AA-869C-E772C2BCB18B}" srcOrd="7" destOrd="0" presId="urn:microsoft.com/office/officeart/2016/7/layout/RepeatingBendingProcessNew"/>
    <dgm:cxn modelId="{A53B323C-E1C8-46D0-977F-277615E6DB19}" type="presParOf" srcId="{8E897915-5106-45AA-869C-E772C2BCB18B}" destId="{DCED5E5F-4145-4A2D-AA4D-72C236949457}" srcOrd="0" destOrd="0" presId="urn:microsoft.com/office/officeart/2016/7/layout/RepeatingBendingProcessNew"/>
    <dgm:cxn modelId="{09ECA70A-7A6F-4862-92D0-23CEC6D9C188}" type="presParOf" srcId="{4B0E0689-B69E-44FC-ACEA-434D039D007A}" destId="{8BBEFA97-CDBE-4E7B-9C06-B8961EAE5166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BD41D4A-FA48-4DFD-8EFF-713FCDD16050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B8A509A-8DD7-4653-9583-8AA6285895D7}">
      <dgm:prSet/>
      <dgm:spPr/>
      <dgm:t>
        <a:bodyPr/>
        <a:lstStyle/>
        <a:p>
          <a:r>
            <a:rPr lang="en-US"/>
            <a:t>Connect</a:t>
          </a:r>
        </a:p>
      </dgm:t>
    </dgm:pt>
    <dgm:pt modelId="{30CF34E8-13DF-4940-86B9-A0925D70576C}" type="parTrans" cxnId="{FD3144F7-2C25-4DC3-9A73-F996A6510D48}">
      <dgm:prSet/>
      <dgm:spPr/>
      <dgm:t>
        <a:bodyPr/>
        <a:lstStyle/>
        <a:p>
          <a:endParaRPr lang="en-US"/>
        </a:p>
      </dgm:t>
    </dgm:pt>
    <dgm:pt modelId="{6449C32F-26A1-4F01-B90E-6AA126CC295E}" type="sibTrans" cxnId="{FD3144F7-2C25-4DC3-9A73-F996A6510D48}">
      <dgm:prSet/>
      <dgm:spPr/>
      <dgm:t>
        <a:bodyPr/>
        <a:lstStyle/>
        <a:p>
          <a:endParaRPr lang="en-US"/>
        </a:p>
      </dgm:t>
    </dgm:pt>
    <dgm:pt modelId="{D248A6FE-FBD3-46FF-B519-D38839F764B5}">
      <dgm:prSet/>
      <dgm:spPr/>
      <dgm:t>
        <a:bodyPr/>
        <a:lstStyle/>
        <a:p>
          <a:r>
            <a:rPr lang="en-US"/>
            <a:t>Connect SQL database to Power BI/Tableau.</a:t>
          </a:r>
        </a:p>
      </dgm:t>
    </dgm:pt>
    <dgm:pt modelId="{2D96FCB0-B56E-41C7-A982-6FFD4D98F89E}" type="parTrans" cxnId="{87630DB7-8D4A-45EE-9FC3-D8A2479E6AF1}">
      <dgm:prSet/>
      <dgm:spPr/>
      <dgm:t>
        <a:bodyPr/>
        <a:lstStyle/>
        <a:p>
          <a:endParaRPr lang="en-US"/>
        </a:p>
      </dgm:t>
    </dgm:pt>
    <dgm:pt modelId="{D2152CC6-F29A-40A2-AC68-E3A5DE3D2922}" type="sibTrans" cxnId="{87630DB7-8D4A-45EE-9FC3-D8A2479E6AF1}">
      <dgm:prSet/>
      <dgm:spPr/>
      <dgm:t>
        <a:bodyPr/>
        <a:lstStyle/>
        <a:p>
          <a:endParaRPr lang="en-US"/>
        </a:p>
      </dgm:t>
    </dgm:pt>
    <dgm:pt modelId="{DC90712E-F334-443F-AC8D-9F994A9DB398}">
      <dgm:prSet/>
      <dgm:spPr/>
      <dgm:t>
        <a:bodyPr/>
        <a:lstStyle/>
        <a:p>
          <a:r>
            <a:rPr lang="en-US"/>
            <a:t>Create</a:t>
          </a:r>
        </a:p>
      </dgm:t>
    </dgm:pt>
    <dgm:pt modelId="{B981E2DF-B249-4CC9-BC63-7C1F0E6948B8}" type="parTrans" cxnId="{974E03F3-C8AD-4DB2-9614-2BE27155EE7E}">
      <dgm:prSet/>
      <dgm:spPr/>
      <dgm:t>
        <a:bodyPr/>
        <a:lstStyle/>
        <a:p>
          <a:endParaRPr lang="en-US"/>
        </a:p>
      </dgm:t>
    </dgm:pt>
    <dgm:pt modelId="{DE92DACE-0478-4DC2-A478-CE749F6B67FF}" type="sibTrans" cxnId="{974E03F3-C8AD-4DB2-9614-2BE27155EE7E}">
      <dgm:prSet/>
      <dgm:spPr/>
      <dgm:t>
        <a:bodyPr/>
        <a:lstStyle/>
        <a:p>
          <a:endParaRPr lang="en-US"/>
        </a:p>
      </dgm:t>
    </dgm:pt>
    <dgm:pt modelId="{AB614154-6F8C-4572-ABD5-4C54DCF25808}">
      <dgm:prSet/>
      <dgm:spPr/>
      <dgm:t>
        <a:bodyPr/>
        <a:lstStyle/>
        <a:p>
          <a:r>
            <a:rPr lang="en-US"/>
            <a:t>Create line charts for sales trends.</a:t>
          </a:r>
        </a:p>
      </dgm:t>
    </dgm:pt>
    <dgm:pt modelId="{8C0040FD-9BBE-49A8-8658-11B03672FA71}" type="parTrans" cxnId="{D8BE2011-47D9-4F54-9B31-EA8E4C25875E}">
      <dgm:prSet/>
      <dgm:spPr/>
      <dgm:t>
        <a:bodyPr/>
        <a:lstStyle/>
        <a:p>
          <a:endParaRPr lang="en-US"/>
        </a:p>
      </dgm:t>
    </dgm:pt>
    <dgm:pt modelId="{263A89AE-8F2B-4234-BBB8-1381B8AD676F}" type="sibTrans" cxnId="{D8BE2011-47D9-4F54-9B31-EA8E4C25875E}">
      <dgm:prSet/>
      <dgm:spPr/>
      <dgm:t>
        <a:bodyPr/>
        <a:lstStyle/>
        <a:p>
          <a:endParaRPr lang="en-US"/>
        </a:p>
      </dgm:t>
    </dgm:pt>
    <dgm:pt modelId="{482D4F77-226B-4564-9C0D-E0B05DF01F03}">
      <dgm:prSet/>
      <dgm:spPr/>
      <dgm:t>
        <a:bodyPr/>
        <a:lstStyle/>
        <a:p>
          <a:r>
            <a:rPr lang="en-US"/>
            <a:t>Build</a:t>
          </a:r>
        </a:p>
      </dgm:t>
    </dgm:pt>
    <dgm:pt modelId="{0EE660AA-C262-4BFF-AD95-6C284CC076E7}" type="parTrans" cxnId="{6D7F444E-0424-4125-B18D-7A4275E7DBDB}">
      <dgm:prSet/>
      <dgm:spPr/>
      <dgm:t>
        <a:bodyPr/>
        <a:lstStyle/>
        <a:p>
          <a:endParaRPr lang="en-US"/>
        </a:p>
      </dgm:t>
    </dgm:pt>
    <dgm:pt modelId="{9CAAA96F-A72F-45D9-8EC1-1EC2CE316101}" type="sibTrans" cxnId="{6D7F444E-0424-4125-B18D-7A4275E7DBDB}">
      <dgm:prSet/>
      <dgm:spPr/>
      <dgm:t>
        <a:bodyPr/>
        <a:lstStyle/>
        <a:p>
          <a:endParaRPr lang="en-US"/>
        </a:p>
      </dgm:t>
    </dgm:pt>
    <dgm:pt modelId="{3BB4107E-B669-4981-962B-77A84BBB4235}">
      <dgm:prSet/>
      <dgm:spPr/>
      <dgm:t>
        <a:bodyPr/>
        <a:lstStyle/>
        <a:p>
          <a:r>
            <a:rPr lang="en-US"/>
            <a:t>Build bar charts for product performance.</a:t>
          </a:r>
        </a:p>
      </dgm:t>
    </dgm:pt>
    <dgm:pt modelId="{AC981448-CD7B-432B-BA47-7304CA18EDF8}" type="parTrans" cxnId="{359F8342-7BA1-4EE1-9EF4-91BE8F783533}">
      <dgm:prSet/>
      <dgm:spPr/>
      <dgm:t>
        <a:bodyPr/>
        <a:lstStyle/>
        <a:p>
          <a:endParaRPr lang="en-US"/>
        </a:p>
      </dgm:t>
    </dgm:pt>
    <dgm:pt modelId="{CC1E8E01-89CB-400F-B95E-9588DF091579}" type="sibTrans" cxnId="{359F8342-7BA1-4EE1-9EF4-91BE8F783533}">
      <dgm:prSet/>
      <dgm:spPr/>
      <dgm:t>
        <a:bodyPr/>
        <a:lstStyle/>
        <a:p>
          <a:endParaRPr lang="en-US"/>
        </a:p>
      </dgm:t>
    </dgm:pt>
    <dgm:pt modelId="{064AA85C-B153-4E39-B1CA-8EFCD2BC38A1}">
      <dgm:prSet/>
      <dgm:spPr/>
      <dgm:t>
        <a:bodyPr/>
        <a:lstStyle/>
        <a:p>
          <a:r>
            <a:rPr lang="en-US"/>
            <a:t>Design</a:t>
          </a:r>
        </a:p>
      </dgm:t>
    </dgm:pt>
    <dgm:pt modelId="{5EB6A245-AAB4-4630-AB81-B85EE664445C}" type="parTrans" cxnId="{54527D43-B903-4363-869E-4A2EFE628DEB}">
      <dgm:prSet/>
      <dgm:spPr/>
      <dgm:t>
        <a:bodyPr/>
        <a:lstStyle/>
        <a:p>
          <a:endParaRPr lang="en-US"/>
        </a:p>
      </dgm:t>
    </dgm:pt>
    <dgm:pt modelId="{EFECF0FC-7D75-4D28-899A-96B4AFDBCF50}" type="sibTrans" cxnId="{54527D43-B903-4363-869E-4A2EFE628DEB}">
      <dgm:prSet/>
      <dgm:spPr/>
      <dgm:t>
        <a:bodyPr/>
        <a:lstStyle/>
        <a:p>
          <a:endParaRPr lang="en-US"/>
        </a:p>
      </dgm:t>
    </dgm:pt>
    <dgm:pt modelId="{E048D912-AF73-4F00-B79C-30CBC76DD511}">
      <dgm:prSet/>
      <dgm:spPr/>
      <dgm:t>
        <a:bodyPr/>
        <a:lstStyle/>
        <a:p>
          <a:r>
            <a:rPr lang="en-US"/>
            <a:t>Design heatmaps for peak operational hours.</a:t>
          </a:r>
        </a:p>
      </dgm:t>
    </dgm:pt>
    <dgm:pt modelId="{67B77F34-E344-454D-9B5A-146825BEAA2A}" type="parTrans" cxnId="{68A556B6-E920-4934-A73D-8B4A1E83C972}">
      <dgm:prSet/>
      <dgm:spPr/>
      <dgm:t>
        <a:bodyPr/>
        <a:lstStyle/>
        <a:p>
          <a:endParaRPr lang="en-US"/>
        </a:p>
      </dgm:t>
    </dgm:pt>
    <dgm:pt modelId="{3E82B504-7806-4793-958E-722AD179502D}" type="sibTrans" cxnId="{68A556B6-E920-4934-A73D-8B4A1E83C972}">
      <dgm:prSet/>
      <dgm:spPr/>
      <dgm:t>
        <a:bodyPr/>
        <a:lstStyle/>
        <a:p>
          <a:endParaRPr lang="en-US"/>
        </a:p>
      </dgm:t>
    </dgm:pt>
    <dgm:pt modelId="{DC2BA3C1-EBCD-4993-9891-88FCC095B724}">
      <dgm:prSet/>
      <dgm:spPr/>
      <dgm:t>
        <a:bodyPr/>
        <a:lstStyle/>
        <a:p>
          <a:r>
            <a:rPr lang="en-US"/>
            <a:t>Implement</a:t>
          </a:r>
        </a:p>
      </dgm:t>
    </dgm:pt>
    <dgm:pt modelId="{0405DBFE-1EA7-432F-96AF-EA559EDC4BF1}" type="parTrans" cxnId="{584C6DA3-6D2B-410F-AA4C-9067CB1D6C5C}">
      <dgm:prSet/>
      <dgm:spPr/>
      <dgm:t>
        <a:bodyPr/>
        <a:lstStyle/>
        <a:p>
          <a:endParaRPr lang="en-US"/>
        </a:p>
      </dgm:t>
    </dgm:pt>
    <dgm:pt modelId="{4B810A07-1B23-46D4-9F7F-8B0686BD5C8F}" type="sibTrans" cxnId="{584C6DA3-6D2B-410F-AA4C-9067CB1D6C5C}">
      <dgm:prSet/>
      <dgm:spPr/>
      <dgm:t>
        <a:bodyPr/>
        <a:lstStyle/>
        <a:p>
          <a:endParaRPr lang="en-US"/>
        </a:p>
      </dgm:t>
    </dgm:pt>
    <dgm:pt modelId="{B364AE8C-357E-436A-8748-B198FE14CF4D}">
      <dgm:prSet/>
      <dgm:spPr/>
      <dgm:t>
        <a:bodyPr/>
        <a:lstStyle/>
        <a:p>
          <a:r>
            <a:rPr lang="en-US"/>
            <a:t>Implement filters and slicers for interactive analysis.</a:t>
          </a:r>
        </a:p>
      </dgm:t>
    </dgm:pt>
    <dgm:pt modelId="{D7B2C8B9-9A4F-4813-BDD0-5DDE5EA3E595}" type="parTrans" cxnId="{76739C94-F09E-4524-A378-C77BFF9E2D61}">
      <dgm:prSet/>
      <dgm:spPr/>
      <dgm:t>
        <a:bodyPr/>
        <a:lstStyle/>
        <a:p>
          <a:endParaRPr lang="en-US"/>
        </a:p>
      </dgm:t>
    </dgm:pt>
    <dgm:pt modelId="{91CD064E-C39F-499F-9386-28B39675C7EA}" type="sibTrans" cxnId="{76739C94-F09E-4524-A378-C77BFF9E2D61}">
      <dgm:prSet/>
      <dgm:spPr/>
      <dgm:t>
        <a:bodyPr/>
        <a:lstStyle/>
        <a:p>
          <a:endParaRPr lang="en-US"/>
        </a:p>
      </dgm:t>
    </dgm:pt>
    <dgm:pt modelId="{91EC249E-0834-416C-B044-28D486619CCD}" type="pres">
      <dgm:prSet presAssocID="{CBD41D4A-FA48-4DFD-8EFF-713FCDD16050}" presName="Name0" presStyleCnt="0">
        <dgm:presLayoutVars>
          <dgm:dir/>
          <dgm:animLvl val="lvl"/>
          <dgm:resizeHandles val="exact"/>
        </dgm:presLayoutVars>
      </dgm:prSet>
      <dgm:spPr/>
    </dgm:pt>
    <dgm:pt modelId="{E4A0F907-E9C4-4EF7-ACE8-9CC141E0520D}" type="pres">
      <dgm:prSet presAssocID="{DB8A509A-8DD7-4653-9583-8AA6285895D7}" presName="linNode" presStyleCnt="0"/>
      <dgm:spPr/>
    </dgm:pt>
    <dgm:pt modelId="{76541BC0-66E1-4EDD-8551-7BFF71782E84}" type="pres">
      <dgm:prSet presAssocID="{DB8A509A-8DD7-4653-9583-8AA6285895D7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5A8C4CDF-8A35-41C9-938F-0FE305246247}" type="pres">
      <dgm:prSet presAssocID="{DB8A509A-8DD7-4653-9583-8AA6285895D7}" presName="descendantText" presStyleLbl="alignAccFollowNode1" presStyleIdx="0" presStyleCnt="5">
        <dgm:presLayoutVars>
          <dgm:bulletEnabled/>
        </dgm:presLayoutVars>
      </dgm:prSet>
      <dgm:spPr/>
    </dgm:pt>
    <dgm:pt modelId="{D96460D3-1A90-49DD-BDFB-8D7AAD9262C9}" type="pres">
      <dgm:prSet presAssocID="{6449C32F-26A1-4F01-B90E-6AA126CC295E}" presName="sp" presStyleCnt="0"/>
      <dgm:spPr/>
    </dgm:pt>
    <dgm:pt modelId="{4FAA6F5E-B95F-4BBA-9086-61EC5EB500CD}" type="pres">
      <dgm:prSet presAssocID="{DC90712E-F334-443F-AC8D-9F994A9DB398}" presName="linNode" presStyleCnt="0"/>
      <dgm:spPr/>
    </dgm:pt>
    <dgm:pt modelId="{E74DB2C7-A815-4A0A-95CE-6AF02C7B03F0}" type="pres">
      <dgm:prSet presAssocID="{DC90712E-F334-443F-AC8D-9F994A9DB398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4C2421FA-C9BE-4C24-85A9-CDC32DE43DED}" type="pres">
      <dgm:prSet presAssocID="{DC90712E-F334-443F-AC8D-9F994A9DB398}" presName="descendantText" presStyleLbl="alignAccFollowNode1" presStyleIdx="1" presStyleCnt="5">
        <dgm:presLayoutVars>
          <dgm:bulletEnabled/>
        </dgm:presLayoutVars>
      </dgm:prSet>
      <dgm:spPr/>
    </dgm:pt>
    <dgm:pt modelId="{824AF007-470E-4A1C-9DBD-9E7D8D9C28AC}" type="pres">
      <dgm:prSet presAssocID="{DE92DACE-0478-4DC2-A478-CE749F6B67FF}" presName="sp" presStyleCnt="0"/>
      <dgm:spPr/>
    </dgm:pt>
    <dgm:pt modelId="{C5446280-0E13-4F34-94E8-8CC78BDE8C36}" type="pres">
      <dgm:prSet presAssocID="{482D4F77-226B-4564-9C0D-E0B05DF01F03}" presName="linNode" presStyleCnt="0"/>
      <dgm:spPr/>
    </dgm:pt>
    <dgm:pt modelId="{AA14651E-0F4C-42AB-9063-C79971ABEA51}" type="pres">
      <dgm:prSet presAssocID="{482D4F77-226B-4564-9C0D-E0B05DF01F03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50CB13AA-45B4-4C46-9A3A-B479E43DE4C1}" type="pres">
      <dgm:prSet presAssocID="{482D4F77-226B-4564-9C0D-E0B05DF01F03}" presName="descendantText" presStyleLbl="alignAccFollowNode1" presStyleIdx="2" presStyleCnt="5">
        <dgm:presLayoutVars>
          <dgm:bulletEnabled/>
        </dgm:presLayoutVars>
      </dgm:prSet>
      <dgm:spPr/>
    </dgm:pt>
    <dgm:pt modelId="{9C965ACE-44FE-45B0-84AB-9E5B747E6CBC}" type="pres">
      <dgm:prSet presAssocID="{9CAAA96F-A72F-45D9-8EC1-1EC2CE316101}" presName="sp" presStyleCnt="0"/>
      <dgm:spPr/>
    </dgm:pt>
    <dgm:pt modelId="{3AA619EE-42D5-4DE4-8DA7-CE345E4F747A}" type="pres">
      <dgm:prSet presAssocID="{064AA85C-B153-4E39-B1CA-8EFCD2BC38A1}" presName="linNode" presStyleCnt="0"/>
      <dgm:spPr/>
    </dgm:pt>
    <dgm:pt modelId="{B17B042D-FDE9-4CE4-8FC8-AC5D571638AF}" type="pres">
      <dgm:prSet presAssocID="{064AA85C-B153-4E39-B1CA-8EFCD2BC38A1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C019DD3A-A289-49BF-90FB-B3FFEC0327D8}" type="pres">
      <dgm:prSet presAssocID="{064AA85C-B153-4E39-B1CA-8EFCD2BC38A1}" presName="descendantText" presStyleLbl="alignAccFollowNode1" presStyleIdx="3" presStyleCnt="5">
        <dgm:presLayoutVars>
          <dgm:bulletEnabled/>
        </dgm:presLayoutVars>
      </dgm:prSet>
      <dgm:spPr/>
    </dgm:pt>
    <dgm:pt modelId="{5790FA6B-1475-4C9D-8818-F19D4A14D754}" type="pres">
      <dgm:prSet presAssocID="{EFECF0FC-7D75-4D28-899A-96B4AFDBCF50}" presName="sp" presStyleCnt="0"/>
      <dgm:spPr/>
    </dgm:pt>
    <dgm:pt modelId="{5277E33E-4DD3-4106-8FC0-B2C1104B0B6D}" type="pres">
      <dgm:prSet presAssocID="{DC2BA3C1-EBCD-4993-9891-88FCC095B724}" presName="linNode" presStyleCnt="0"/>
      <dgm:spPr/>
    </dgm:pt>
    <dgm:pt modelId="{4E16CD41-839D-45B8-88C7-A4B50E074C41}" type="pres">
      <dgm:prSet presAssocID="{DC2BA3C1-EBCD-4993-9891-88FCC095B724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BFA9FB1F-5EB6-4A85-8789-ACF221E41E49}" type="pres">
      <dgm:prSet presAssocID="{DC2BA3C1-EBCD-4993-9891-88FCC095B724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D8BE2011-47D9-4F54-9B31-EA8E4C25875E}" srcId="{DC90712E-F334-443F-AC8D-9F994A9DB398}" destId="{AB614154-6F8C-4572-ABD5-4C54DCF25808}" srcOrd="0" destOrd="0" parTransId="{8C0040FD-9BBE-49A8-8658-11B03672FA71}" sibTransId="{263A89AE-8F2B-4234-BBB8-1381B8AD676F}"/>
    <dgm:cxn modelId="{1A8BF921-5277-40D2-8EFC-C4ACE7DBFF85}" type="presOf" srcId="{482D4F77-226B-4564-9C0D-E0B05DF01F03}" destId="{AA14651E-0F4C-42AB-9063-C79971ABEA51}" srcOrd="0" destOrd="0" presId="urn:microsoft.com/office/officeart/2016/7/layout/VerticalSolidActionList"/>
    <dgm:cxn modelId="{B0D15D2B-10E8-45CF-A579-F15381C13616}" type="presOf" srcId="{DB8A509A-8DD7-4653-9583-8AA6285895D7}" destId="{76541BC0-66E1-4EDD-8551-7BFF71782E84}" srcOrd="0" destOrd="0" presId="urn:microsoft.com/office/officeart/2016/7/layout/VerticalSolidActionList"/>
    <dgm:cxn modelId="{359F8342-7BA1-4EE1-9EF4-91BE8F783533}" srcId="{482D4F77-226B-4564-9C0D-E0B05DF01F03}" destId="{3BB4107E-B669-4981-962B-77A84BBB4235}" srcOrd="0" destOrd="0" parTransId="{AC981448-CD7B-432B-BA47-7304CA18EDF8}" sibTransId="{CC1E8E01-89CB-400F-B95E-9588DF091579}"/>
    <dgm:cxn modelId="{54527D43-B903-4363-869E-4A2EFE628DEB}" srcId="{CBD41D4A-FA48-4DFD-8EFF-713FCDD16050}" destId="{064AA85C-B153-4E39-B1CA-8EFCD2BC38A1}" srcOrd="3" destOrd="0" parTransId="{5EB6A245-AAB4-4630-AB81-B85EE664445C}" sibTransId="{EFECF0FC-7D75-4D28-899A-96B4AFDBCF50}"/>
    <dgm:cxn modelId="{79841A6A-9DC1-40F2-8983-64446BFBA27B}" type="presOf" srcId="{B364AE8C-357E-436A-8748-B198FE14CF4D}" destId="{BFA9FB1F-5EB6-4A85-8789-ACF221E41E49}" srcOrd="0" destOrd="0" presId="urn:microsoft.com/office/officeart/2016/7/layout/VerticalSolidActionList"/>
    <dgm:cxn modelId="{6D7F444E-0424-4125-B18D-7A4275E7DBDB}" srcId="{CBD41D4A-FA48-4DFD-8EFF-713FCDD16050}" destId="{482D4F77-226B-4564-9C0D-E0B05DF01F03}" srcOrd="2" destOrd="0" parTransId="{0EE660AA-C262-4BFF-AD95-6C284CC076E7}" sibTransId="{9CAAA96F-A72F-45D9-8EC1-1EC2CE316101}"/>
    <dgm:cxn modelId="{76739C94-F09E-4524-A378-C77BFF9E2D61}" srcId="{DC2BA3C1-EBCD-4993-9891-88FCC095B724}" destId="{B364AE8C-357E-436A-8748-B198FE14CF4D}" srcOrd="0" destOrd="0" parTransId="{D7B2C8B9-9A4F-4813-BDD0-5DDE5EA3E595}" sibTransId="{91CD064E-C39F-499F-9386-28B39675C7EA}"/>
    <dgm:cxn modelId="{57FC6E95-CB00-41DE-A162-CD75739E095F}" type="presOf" srcId="{CBD41D4A-FA48-4DFD-8EFF-713FCDD16050}" destId="{91EC249E-0834-416C-B044-28D486619CCD}" srcOrd="0" destOrd="0" presId="urn:microsoft.com/office/officeart/2016/7/layout/VerticalSolidActionList"/>
    <dgm:cxn modelId="{0DCF4A96-CE83-46B4-AA52-A99A8773309F}" type="presOf" srcId="{064AA85C-B153-4E39-B1CA-8EFCD2BC38A1}" destId="{B17B042D-FDE9-4CE4-8FC8-AC5D571638AF}" srcOrd="0" destOrd="0" presId="urn:microsoft.com/office/officeart/2016/7/layout/VerticalSolidActionList"/>
    <dgm:cxn modelId="{584C6DA3-6D2B-410F-AA4C-9067CB1D6C5C}" srcId="{CBD41D4A-FA48-4DFD-8EFF-713FCDD16050}" destId="{DC2BA3C1-EBCD-4993-9891-88FCC095B724}" srcOrd="4" destOrd="0" parTransId="{0405DBFE-1EA7-432F-96AF-EA559EDC4BF1}" sibTransId="{4B810A07-1B23-46D4-9F7F-8B0686BD5C8F}"/>
    <dgm:cxn modelId="{9718D2AF-D46F-4D73-B907-2646B356DD12}" type="presOf" srcId="{DC90712E-F334-443F-AC8D-9F994A9DB398}" destId="{E74DB2C7-A815-4A0A-95CE-6AF02C7B03F0}" srcOrd="0" destOrd="0" presId="urn:microsoft.com/office/officeart/2016/7/layout/VerticalSolidActionList"/>
    <dgm:cxn modelId="{68A556B6-E920-4934-A73D-8B4A1E83C972}" srcId="{064AA85C-B153-4E39-B1CA-8EFCD2BC38A1}" destId="{E048D912-AF73-4F00-B79C-30CBC76DD511}" srcOrd="0" destOrd="0" parTransId="{67B77F34-E344-454D-9B5A-146825BEAA2A}" sibTransId="{3E82B504-7806-4793-958E-722AD179502D}"/>
    <dgm:cxn modelId="{87630DB7-8D4A-45EE-9FC3-D8A2479E6AF1}" srcId="{DB8A509A-8DD7-4653-9583-8AA6285895D7}" destId="{D248A6FE-FBD3-46FF-B519-D38839F764B5}" srcOrd="0" destOrd="0" parTransId="{2D96FCB0-B56E-41C7-A982-6FFD4D98F89E}" sibTransId="{D2152CC6-F29A-40A2-AC68-E3A5DE3D2922}"/>
    <dgm:cxn modelId="{024C89C1-8619-44C6-ADF5-AC39FAA3A073}" type="presOf" srcId="{3BB4107E-B669-4981-962B-77A84BBB4235}" destId="{50CB13AA-45B4-4C46-9A3A-B479E43DE4C1}" srcOrd="0" destOrd="0" presId="urn:microsoft.com/office/officeart/2016/7/layout/VerticalSolidActionList"/>
    <dgm:cxn modelId="{304DDAE3-12BC-4E9D-991E-C7BD4087ADD1}" type="presOf" srcId="{DC2BA3C1-EBCD-4993-9891-88FCC095B724}" destId="{4E16CD41-839D-45B8-88C7-A4B50E074C41}" srcOrd="0" destOrd="0" presId="urn:microsoft.com/office/officeart/2016/7/layout/VerticalSolidActionList"/>
    <dgm:cxn modelId="{A40649EA-574A-4A04-B329-03A171D45DD8}" type="presOf" srcId="{E048D912-AF73-4F00-B79C-30CBC76DD511}" destId="{C019DD3A-A289-49BF-90FB-B3FFEC0327D8}" srcOrd="0" destOrd="0" presId="urn:microsoft.com/office/officeart/2016/7/layout/VerticalSolidActionList"/>
    <dgm:cxn modelId="{6C9E2BF0-8248-4FDB-96AB-0E9A27F627ED}" type="presOf" srcId="{D248A6FE-FBD3-46FF-B519-D38839F764B5}" destId="{5A8C4CDF-8A35-41C9-938F-0FE305246247}" srcOrd="0" destOrd="0" presId="urn:microsoft.com/office/officeart/2016/7/layout/VerticalSolidActionList"/>
    <dgm:cxn modelId="{CE5399F2-7C7B-4D4C-8C05-AE646B9F3FF2}" type="presOf" srcId="{AB614154-6F8C-4572-ABD5-4C54DCF25808}" destId="{4C2421FA-C9BE-4C24-85A9-CDC32DE43DED}" srcOrd="0" destOrd="0" presId="urn:microsoft.com/office/officeart/2016/7/layout/VerticalSolidActionList"/>
    <dgm:cxn modelId="{974E03F3-C8AD-4DB2-9614-2BE27155EE7E}" srcId="{CBD41D4A-FA48-4DFD-8EFF-713FCDD16050}" destId="{DC90712E-F334-443F-AC8D-9F994A9DB398}" srcOrd="1" destOrd="0" parTransId="{B981E2DF-B249-4CC9-BC63-7C1F0E6948B8}" sibTransId="{DE92DACE-0478-4DC2-A478-CE749F6B67FF}"/>
    <dgm:cxn modelId="{FD3144F7-2C25-4DC3-9A73-F996A6510D48}" srcId="{CBD41D4A-FA48-4DFD-8EFF-713FCDD16050}" destId="{DB8A509A-8DD7-4653-9583-8AA6285895D7}" srcOrd="0" destOrd="0" parTransId="{30CF34E8-13DF-4940-86B9-A0925D70576C}" sibTransId="{6449C32F-26A1-4F01-B90E-6AA126CC295E}"/>
    <dgm:cxn modelId="{16234A41-1B89-43E9-934B-32BD71026908}" type="presParOf" srcId="{91EC249E-0834-416C-B044-28D486619CCD}" destId="{E4A0F907-E9C4-4EF7-ACE8-9CC141E0520D}" srcOrd="0" destOrd="0" presId="urn:microsoft.com/office/officeart/2016/7/layout/VerticalSolidActionList"/>
    <dgm:cxn modelId="{8926A91A-701B-4462-BB81-33182AB3322A}" type="presParOf" srcId="{E4A0F907-E9C4-4EF7-ACE8-9CC141E0520D}" destId="{76541BC0-66E1-4EDD-8551-7BFF71782E84}" srcOrd="0" destOrd="0" presId="urn:microsoft.com/office/officeart/2016/7/layout/VerticalSolidActionList"/>
    <dgm:cxn modelId="{E2B0ED4A-371E-4D0D-892A-0C02B39148B7}" type="presParOf" srcId="{E4A0F907-E9C4-4EF7-ACE8-9CC141E0520D}" destId="{5A8C4CDF-8A35-41C9-938F-0FE305246247}" srcOrd="1" destOrd="0" presId="urn:microsoft.com/office/officeart/2016/7/layout/VerticalSolidActionList"/>
    <dgm:cxn modelId="{1F5B0109-4905-463E-8941-255C0DCC29C6}" type="presParOf" srcId="{91EC249E-0834-416C-B044-28D486619CCD}" destId="{D96460D3-1A90-49DD-BDFB-8D7AAD9262C9}" srcOrd="1" destOrd="0" presId="urn:microsoft.com/office/officeart/2016/7/layout/VerticalSolidActionList"/>
    <dgm:cxn modelId="{2FE28511-35A6-4B0D-84B1-133305DCC20B}" type="presParOf" srcId="{91EC249E-0834-416C-B044-28D486619CCD}" destId="{4FAA6F5E-B95F-4BBA-9086-61EC5EB500CD}" srcOrd="2" destOrd="0" presId="urn:microsoft.com/office/officeart/2016/7/layout/VerticalSolidActionList"/>
    <dgm:cxn modelId="{AD8F04C5-6C17-4332-AFAF-01C5E2E7E294}" type="presParOf" srcId="{4FAA6F5E-B95F-4BBA-9086-61EC5EB500CD}" destId="{E74DB2C7-A815-4A0A-95CE-6AF02C7B03F0}" srcOrd="0" destOrd="0" presId="urn:microsoft.com/office/officeart/2016/7/layout/VerticalSolidActionList"/>
    <dgm:cxn modelId="{86B9A476-A842-41D8-B60E-34DF2B4EB03D}" type="presParOf" srcId="{4FAA6F5E-B95F-4BBA-9086-61EC5EB500CD}" destId="{4C2421FA-C9BE-4C24-85A9-CDC32DE43DED}" srcOrd="1" destOrd="0" presId="urn:microsoft.com/office/officeart/2016/7/layout/VerticalSolidActionList"/>
    <dgm:cxn modelId="{F7B1BD42-F67E-4E0B-A765-5944FB0378D9}" type="presParOf" srcId="{91EC249E-0834-416C-B044-28D486619CCD}" destId="{824AF007-470E-4A1C-9DBD-9E7D8D9C28AC}" srcOrd="3" destOrd="0" presId="urn:microsoft.com/office/officeart/2016/7/layout/VerticalSolidActionList"/>
    <dgm:cxn modelId="{9727D54E-E9AC-4F57-994B-9EBA5A42623E}" type="presParOf" srcId="{91EC249E-0834-416C-B044-28D486619CCD}" destId="{C5446280-0E13-4F34-94E8-8CC78BDE8C36}" srcOrd="4" destOrd="0" presId="urn:microsoft.com/office/officeart/2016/7/layout/VerticalSolidActionList"/>
    <dgm:cxn modelId="{937A00F2-4298-4915-A6D4-D568D4CFC189}" type="presParOf" srcId="{C5446280-0E13-4F34-94E8-8CC78BDE8C36}" destId="{AA14651E-0F4C-42AB-9063-C79971ABEA51}" srcOrd="0" destOrd="0" presId="urn:microsoft.com/office/officeart/2016/7/layout/VerticalSolidActionList"/>
    <dgm:cxn modelId="{4B274B3C-8F51-4AE4-88E3-E1A6B395D777}" type="presParOf" srcId="{C5446280-0E13-4F34-94E8-8CC78BDE8C36}" destId="{50CB13AA-45B4-4C46-9A3A-B479E43DE4C1}" srcOrd="1" destOrd="0" presId="urn:microsoft.com/office/officeart/2016/7/layout/VerticalSolidActionList"/>
    <dgm:cxn modelId="{6B06A7C5-58FA-4791-BBE1-893BB33F0438}" type="presParOf" srcId="{91EC249E-0834-416C-B044-28D486619CCD}" destId="{9C965ACE-44FE-45B0-84AB-9E5B747E6CBC}" srcOrd="5" destOrd="0" presId="urn:microsoft.com/office/officeart/2016/7/layout/VerticalSolidActionList"/>
    <dgm:cxn modelId="{66E846B4-7FEF-4676-9339-32FDD88AE973}" type="presParOf" srcId="{91EC249E-0834-416C-B044-28D486619CCD}" destId="{3AA619EE-42D5-4DE4-8DA7-CE345E4F747A}" srcOrd="6" destOrd="0" presId="urn:microsoft.com/office/officeart/2016/7/layout/VerticalSolidActionList"/>
    <dgm:cxn modelId="{32DEFE68-EA83-46F8-9FAF-1BB6792A6D5F}" type="presParOf" srcId="{3AA619EE-42D5-4DE4-8DA7-CE345E4F747A}" destId="{B17B042D-FDE9-4CE4-8FC8-AC5D571638AF}" srcOrd="0" destOrd="0" presId="urn:microsoft.com/office/officeart/2016/7/layout/VerticalSolidActionList"/>
    <dgm:cxn modelId="{A14E6167-8AD1-4E6B-BB96-8C1544B1CF16}" type="presParOf" srcId="{3AA619EE-42D5-4DE4-8DA7-CE345E4F747A}" destId="{C019DD3A-A289-49BF-90FB-B3FFEC0327D8}" srcOrd="1" destOrd="0" presId="urn:microsoft.com/office/officeart/2016/7/layout/VerticalSolidActionList"/>
    <dgm:cxn modelId="{69997C4F-2FC0-4442-8BEC-B35638C90AFE}" type="presParOf" srcId="{91EC249E-0834-416C-B044-28D486619CCD}" destId="{5790FA6B-1475-4C9D-8818-F19D4A14D754}" srcOrd="7" destOrd="0" presId="urn:microsoft.com/office/officeart/2016/7/layout/VerticalSolidActionList"/>
    <dgm:cxn modelId="{31E31487-A939-456D-8E3F-A6C725EA4CC9}" type="presParOf" srcId="{91EC249E-0834-416C-B044-28D486619CCD}" destId="{5277E33E-4DD3-4106-8FC0-B2C1104B0B6D}" srcOrd="8" destOrd="0" presId="urn:microsoft.com/office/officeart/2016/7/layout/VerticalSolidActionList"/>
    <dgm:cxn modelId="{F2516837-4BAD-44EC-88FE-675F1B250BAC}" type="presParOf" srcId="{5277E33E-4DD3-4106-8FC0-B2C1104B0B6D}" destId="{4E16CD41-839D-45B8-88C7-A4B50E074C41}" srcOrd="0" destOrd="0" presId="urn:microsoft.com/office/officeart/2016/7/layout/VerticalSolidActionList"/>
    <dgm:cxn modelId="{752DB242-5687-4B4F-842F-F39E2885B785}" type="presParOf" srcId="{5277E33E-4DD3-4106-8FC0-B2C1104B0B6D}" destId="{BFA9FB1F-5EB6-4A85-8789-ACF221E41E49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6637AA4-032A-4570-9A78-1E40AC1F9A2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2D19E81-4DE3-4899-9BE4-57B691D3CB2A}">
      <dgm:prSet/>
      <dgm:spPr/>
      <dgm:t>
        <a:bodyPr/>
        <a:lstStyle/>
        <a:p>
          <a:r>
            <a:rPr lang="en-US"/>
            <a:t>Analyze dashboard findings and patterns.</a:t>
          </a:r>
        </a:p>
      </dgm:t>
    </dgm:pt>
    <dgm:pt modelId="{43F33494-EBBE-47CF-9EA6-6F22E7A52AAC}" type="parTrans" cxnId="{660449A6-8455-40C4-B5E4-3A564CAA2EE0}">
      <dgm:prSet/>
      <dgm:spPr/>
      <dgm:t>
        <a:bodyPr/>
        <a:lstStyle/>
        <a:p>
          <a:endParaRPr lang="en-US"/>
        </a:p>
      </dgm:t>
    </dgm:pt>
    <dgm:pt modelId="{87BDB4A8-BAFB-4621-9E3F-B5F68F4C346E}" type="sibTrans" cxnId="{660449A6-8455-40C4-B5E4-3A564CAA2EE0}">
      <dgm:prSet/>
      <dgm:spPr/>
      <dgm:t>
        <a:bodyPr/>
        <a:lstStyle/>
        <a:p>
          <a:endParaRPr lang="en-US"/>
        </a:p>
      </dgm:t>
    </dgm:pt>
    <dgm:pt modelId="{CCA7B69F-66E8-4B38-8E7E-D928B8A2EBE5}">
      <dgm:prSet/>
      <dgm:spPr/>
      <dgm:t>
        <a:bodyPr/>
        <a:lstStyle/>
        <a:p>
          <a:r>
            <a:rPr lang="en-US"/>
            <a:t>Prepare business recommendations.</a:t>
          </a:r>
        </a:p>
      </dgm:t>
    </dgm:pt>
    <dgm:pt modelId="{12361D02-444B-4EF6-A0EA-09D71A211275}" type="parTrans" cxnId="{353DC072-BFDF-4A58-AF31-EDAC6F5E706E}">
      <dgm:prSet/>
      <dgm:spPr/>
      <dgm:t>
        <a:bodyPr/>
        <a:lstStyle/>
        <a:p>
          <a:endParaRPr lang="en-US"/>
        </a:p>
      </dgm:t>
    </dgm:pt>
    <dgm:pt modelId="{E9560079-0534-4B75-B52C-DAE76F001C72}" type="sibTrans" cxnId="{353DC072-BFDF-4A58-AF31-EDAC6F5E706E}">
      <dgm:prSet/>
      <dgm:spPr/>
      <dgm:t>
        <a:bodyPr/>
        <a:lstStyle/>
        <a:p>
          <a:endParaRPr lang="en-US"/>
        </a:p>
      </dgm:t>
    </dgm:pt>
    <dgm:pt modelId="{29715214-F912-4F72-8397-E3BB41F9BE39}">
      <dgm:prSet/>
      <dgm:spPr/>
      <dgm:t>
        <a:bodyPr/>
        <a:lstStyle/>
        <a:p>
          <a:r>
            <a:rPr lang="en-US"/>
            <a:t>Create final project documentation.</a:t>
          </a:r>
        </a:p>
      </dgm:t>
    </dgm:pt>
    <dgm:pt modelId="{2934CCB4-0FA0-451C-9E90-74D3C9293439}" type="parTrans" cxnId="{CD23C98B-56FC-463E-AA4A-73ACF488348F}">
      <dgm:prSet/>
      <dgm:spPr/>
      <dgm:t>
        <a:bodyPr/>
        <a:lstStyle/>
        <a:p>
          <a:endParaRPr lang="en-US"/>
        </a:p>
      </dgm:t>
    </dgm:pt>
    <dgm:pt modelId="{CB3453E2-7D74-4647-966C-644F036BA8FC}" type="sibTrans" cxnId="{CD23C98B-56FC-463E-AA4A-73ACF488348F}">
      <dgm:prSet/>
      <dgm:spPr/>
      <dgm:t>
        <a:bodyPr/>
        <a:lstStyle/>
        <a:p>
          <a:endParaRPr lang="en-US"/>
        </a:p>
      </dgm:t>
    </dgm:pt>
    <dgm:pt modelId="{6FB07264-C586-4DC3-BFAD-F6187CED2D0A}">
      <dgm:prSet/>
      <dgm:spPr/>
      <dgm:t>
        <a:bodyPr/>
        <a:lstStyle/>
        <a:p>
          <a:r>
            <a:rPr lang="en-US"/>
            <a:t>Finalize GitHub repository with README and screenshots.</a:t>
          </a:r>
        </a:p>
      </dgm:t>
    </dgm:pt>
    <dgm:pt modelId="{97E9F2BA-C9D0-4E17-B8A0-B8CD8EACA832}" type="parTrans" cxnId="{0DDCC176-9D83-4A22-879E-DFC7172E0B18}">
      <dgm:prSet/>
      <dgm:spPr/>
      <dgm:t>
        <a:bodyPr/>
        <a:lstStyle/>
        <a:p>
          <a:endParaRPr lang="en-US"/>
        </a:p>
      </dgm:t>
    </dgm:pt>
    <dgm:pt modelId="{C69BC4EE-1CD6-413C-A94C-C8BE1C538CD2}" type="sibTrans" cxnId="{0DDCC176-9D83-4A22-879E-DFC7172E0B18}">
      <dgm:prSet/>
      <dgm:spPr/>
      <dgm:t>
        <a:bodyPr/>
        <a:lstStyle/>
        <a:p>
          <a:endParaRPr lang="en-US"/>
        </a:p>
      </dgm:t>
    </dgm:pt>
    <dgm:pt modelId="{67168F62-3DA8-4DAF-856E-397295E64D1D}">
      <dgm:prSet/>
      <dgm:spPr/>
      <dgm:t>
        <a:bodyPr/>
        <a:lstStyle/>
        <a:p>
          <a:r>
            <a:rPr lang="en-US"/>
            <a:t>Submit dashboard and report.</a:t>
          </a:r>
        </a:p>
      </dgm:t>
    </dgm:pt>
    <dgm:pt modelId="{69C2614D-1B01-469F-9AB4-CD47836295AE}" type="parTrans" cxnId="{206AB942-070F-4454-82A6-B6B897CA2A35}">
      <dgm:prSet/>
      <dgm:spPr/>
      <dgm:t>
        <a:bodyPr/>
        <a:lstStyle/>
        <a:p>
          <a:endParaRPr lang="en-US"/>
        </a:p>
      </dgm:t>
    </dgm:pt>
    <dgm:pt modelId="{894A98B2-90D5-4C5F-8AD1-5513F80AC08C}" type="sibTrans" cxnId="{206AB942-070F-4454-82A6-B6B897CA2A35}">
      <dgm:prSet/>
      <dgm:spPr/>
      <dgm:t>
        <a:bodyPr/>
        <a:lstStyle/>
        <a:p>
          <a:endParaRPr lang="en-US"/>
        </a:p>
      </dgm:t>
    </dgm:pt>
    <dgm:pt modelId="{6892CDBD-756E-4E0A-8401-EEAFE8DB55E3}" type="pres">
      <dgm:prSet presAssocID="{36637AA4-032A-4570-9A78-1E40AC1F9A23}" presName="Name0" presStyleCnt="0">
        <dgm:presLayoutVars>
          <dgm:dir/>
          <dgm:resizeHandles val="exact"/>
        </dgm:presLayoutVars>
      </dgm:prSet>
      <dgm:spPr/>
    </dgm:pt>
    <dgm:pt modelId="{CDCFD63E-23D5-4D88-9FC0-FA86FFEB00FA}" type="pres">
      <dgm:prSet presAssocID="{D2D19E81-4DE3-4899-9BE4-57B691D3CB2A}" presName="node" presStyleLbl="node1" presStyleIdx="0" presStyleCnt="5">
        <dgm:presLayoutVars>
          <dgm:bulletEnabled val="1"/>
        </dgm:presLayoutVars>
      </dgm:prSet>
      <dgm:spPr/>
    </dgm:pt>
    <dgm:pt modelId="{1B9250C4-183C-4086-9C92-90372B69DC23}" type="pres">
      <dgm:prSet presAssocID="{87BDB4A8-BAFB-4621-9E3F-B5F68F4C346E}" presName="sibTrans" presStyleLbl="sibTrans1D1" presStyleIdx="0" presStyleCnt="4"/>
      <dgm:spPr/>
    </dgm:pt>
    <dgm:pt modelId="{C7296891-3EF1-410E-8BEB-13A2F5B218D9}" type="pres">
      <dgm:prSet presAssocID="{87BDB4A8-BAFB-4621-9E3F-B5F68F4C346E}" presName="connectorText" presStyleLbl="sibTrans1D1" presStyleIdx="0" presStyleCnt="4"/>
      <dgm:spPr/>
    </dgm:pt>
    <dgm:pt modelId="{A0C68C81-6282-4BA4-9F7C-0B6AE963913D}" type="pres">
      <dgm:prSet presAssocID="{CCA7B69F-66E8-4B38-8E7E-D928B8A2EBE5}" presName="node" presStyleLbl="node1" presStyleIdx="1" presStyleCnt="5">
        <dgm:presLayoutVars>
          <dgm:bulletEnabled val="1"/>
        </dgm:presLayoutVars>
      </dgm:prSet>
      <dgm:spPr/>
    </dgm:pt>
    <dgm:pt modelId="{57776FC8-6BF9-406F-B5BA-E849E2123643}" type="pres">
      <dgm:prSet presAssocID="{E9560079-0534-4B75-B52C-DAE76F001C72}" presName="sibTrans" presStyleLbl="sibTrans1D1" presStyleIdx="1" presStyleCnt="4"/>
      <dgm:spPr/>
    </dgm:pt>
    <dgm:pt modelId="{ADAF1A09-AA98-4A48-9852-D660E6854894}" type="pres">
      <dgm:prSet presAssocID="{E9560079-0534-4B75-B52C-DAE76F001C72}" presName="connectorText" presStyleLbl="sibTrans1D1" presStyleIdx="1" presStyleCnt="4"/>
      <dgm:spPr/>
    </dgm:pt>
    <dgm:pt modelId="{88567FC9-4CE0-4644-9EB1-A9EE714EE4EF}" type="pres">
      <dgm:prSet presAssocID="{29715214-F912-4F72-8397-E3BB41F9BE39}" presName="node" presStyleLbl="node1" presStyleIdx="2" presStyleCnt="5">
        <dgm:presLayoutVars>
          <dgm:bulletEnabled val="1"/>
        </dgm:presLayoutVars>
      </dgm:prSet>
      <dgm:spPr/>
    </dgm:pt>
    <dgm:pt modelId="{33CD85DF-0F62-4388-ACED-882CFA559FF5}" type="pres">
      <dgm:prSet presAssocID="{CB3453E2-7D74-4647-966C-644F036BA8FC}" presName="sibTrans" presStyleLbl="sibTrans1D1" presStyleIdx="2" presStyleCnt="4"/>
      <dgm:spPr/>
    </dgm:pt>
    <dgm:pt modelId="{727F0C7B-C3D3-499A-AE6C-017F68BBF32B}" type="pres">
      <dgm:prSet presAssocID="{CB3453E2-7D74-4647-966C-644F036BA8FC}" presName="connectorText" presStyleLbl="sibTrans1D1" presStyleIdx="2" presStyleCnt="4"/>
      <dgm:spPr/>
    </dgm:pt>
    <dgm:pt modelId="{60C5D28E-6769-4810-A031-FA92F34FF2C8}" type="pres">
      <dgm:prSet presAssocID="{6FB07264-C586-4DC3-BFAD-F6187CED2D0A}" presName="node" presStyleLbl="node1" presStyleIdx="3" presStyleCnt="5">
        <dgm:presLayoutVars>
          <dgm:bulletEnabled val="1"/>
        </dgm:presLayoutVars>
      </dgm:prSet>
      <dgm:spPr/>
    </dgm:pt>
    <dgm:pt modelId="{4B1C212A-DF1C-42D5-A0D7-96C042F07F91}" type="pres">
      <dgm:prSet presAssocID="{C69BC4EE-1CD6-413C-A94C-C8BE1C538CD2}" presName="sibTrans" presStyleLbl="sibTrans1D1" presStyleIdx="3" presStyleCnt="4"/>
      <dgm:spPr/>
    </dgm:pt>
    <dgm:pt modelId="{1823EDB8-A84D-4050-BF0F-67A31199890A}" type="pres">
      <dgm:prSet presAssocID="{C69BC4EE-1CD6-413C-A94C-C8BE1C538CD2}" presName="connectorText" presStyleLbl="sibTrans1D1" presStyleIdx="3" presStyleCnt="4"/>
      <dgm:spPr/>
    </dgm:pt>
    <dgm:pt modelId="{D6D8D06E-1560-4F2A-9F81-22AE428C1310}" type="pres">
      <dgm:prSet presAssocID="{67168F62-3DA8-4DAF-856E-397295E64D1D}" presName="node" presStyleLbl="node1" presStyleIdx="4" presStyleCnt="5">
        <dgm:presLayoutVars>
          <dgm:bulletEnabled val="1"/>
        </dgm:presLayoutVars>
      </dgm:prSet>
      <dgm:spPr/>
    </dgm:pt>
  </dgm:ptLst>
  <dgm:cxnLst>
    <dgm:cxn modelId="{670AA70A-60DF-49C3-A5BB-251A5A677030}" type="presOf" srcId="{E9560079-0534-4B75-B52C-DAE76F001C72}" destId="{57776FC8-6BF9-406F-B5BA-E849E2123643}" srcOrd="0" destOrd="0" presId="urn:microsoft.com/office/officeart/2016/7/layout/RepeatingBendingProcessNew"/>
    <dgm:cxn modelId="{90383F27-DE6E-4E9B-AB10-07192D1DE0E1}" type="presOf" srcId="{36637AA4-032A-4570-9A78-1E40AC1F9A23}" destId="{6892CDBD-756E-4E0A-8401-EEAFE8DB55E3}" srcOrd="0" destOrd="0" presId="urn:microsoft.com/office/officeart/2016/7/layout/RepeatingBendingProcessNew"/>
    <dgm:cxn modelId="{206AB942-070F-4454-82A6-B6B897CA2A35}" srcId="{36637AA4-032A-4570-9A78-1E40AC1F9A23}" destId="{67168F62-3DA8-4DAF-856E-397295E64D1D}" srcOrd="4" destOrd="0" parTransId="{69C2614D-1B01-469F-9AB4-CD47836295AE}" sibTransId="{894A98B2-90D5-4C5F-8AD1-5513F80AC08C}"/>
    <dgm:cxn modelId="{E9FB4C45-8A5D-4DF0-AE8E-46A60B76867F}" type="presOf" srcId="{87BDB4A8-BAFB-4621-9E3F-B5F68F4C346E}" destId="{1B9250C4-183C-4086-9C92-90372B69DC23}" srcOrd="0" destOrd="0" presId="urn:microsoft.com/office/officeart/2016/7/layout/RepeatingBendingProcessNew"/>
    <dgm:cxn modelId="{093AEE50-266E-4DB5-BD55-F9BB01044B28}" type="presOf" srcId="{C69BC4EE-1CD6-413C-A94C-C8BE1C538CD2}" destId="{1823EDB8-A84D-4050-BF0F-67A31199890A}" srcOrd="1" destOrd="0" presId="urn:microsoft.com/office/officeart/2016/7/layout/RepeatingBendingProcessNew"/>
    <dgm:cxn modelId="{353DC072-BFDF-4A58-AF31-EDAC6F5E706E}" srcId="{36637AA4-032A-4570-9A78-1E40AC1F9A23}" destId="{CCA7B69F-66E8-4B38-8E7E-D928B8A2EBE5}" srcOrd="1" destOrd="0" parTransId="{12361D02-444B-4EF6-A0EA-09D71A211275}" sibTransId="{E9560079-0534-4B75-B52C-DAE76F001C72}"/>
    <dgm:cxn modelId="{0DDCC176-9D83-4A22-879E-DFC7172E0B18}" srcId="{36637AA4-032A-4570-9A78-1E40AC1F9A23}" destId="{6FB07264-C586-4DC3-BFAD-F6187CED2D0A}" srcOrd="3" destOrd="0" parTransId="{97E9F2BA-C9D0-4E17-B8A0-B8CD8EACA832}" sibTransId="{C69BC4EE-1CD6-413C-A94C-C8BE1C538CD2}"/>
    <dgm:cxn modelId="{B0DD3D7A-E9BD-4EDD-9998-BE5281413A62}" type="presOf" srcId="{CCA7B69F-66E8-4B38-8E7E-D928B8A2EBE5}" destId="{A0C68C81-6282-4BA4-9F7C-0B6AE963913D}" srcOrd="0" destOrd="0" presId="urn:microsoft.com/office/officeart/2016/7/layout/RepeatingBendingProcessNew"/>
    <dgm:cxn modelId="{C5C76082-D97B-4880-969E-0ACBA4EE177D}" type="presOf" srcId="{29715214-F912-4F72-8397-E3BB41F9BE39}" destId="{88567FC9-4CE0-4644-9EB1-A9EE714EE4EF}" srcOrd="0" destOrd="0" presId="urn:microsoft.com/office/officeart/2016/7/layout/RepeatingBendingProcessNew"/>
    <dgm:cxn modelId="{CD23C98B-56FC-463E-AA4A-73ACF488348F}" srcId="{36637AA4-032A-4570-9A78-1E40AC1F9A23}" destId="{29715214-F912-4F72-8397-E3BB41F9BE39}" srcOrd="2" destOrd="0" parTransId="{2934CCB4-0FA0-451C-9E90-74D3C9293439}" sibTransId="{CB3453E2-7D74-4647-966C-644F036BA8FC}"/>
    <dgm:cxn modelId="{1B149A9E-1DC9-43F8-AD05-57144AC87733}" type="presOf" srcId="{CB3453E2-7D74-4647-966C-644F036BA8FC}" destId="{727F0C7B-C3D3-499A-AE6C-017F68BBF32B}" srcOrd="1" destOrd="0" presId="urn:microsoft.com/office/officeart/2016/7/layout/RepeatingBendingProcessNew"/>
    <dgm:cxn modelId="{660449A6-8455-40C4-B5E4-3A564CAA2EE0}" srcId="{36637AA4-032A-4570-9A78-1E40AC1F9A23}" destId="{D2D19E81-4DE3-4899-9BE4-57B691D3CB2A}" srcOrd="0" destOrd="0" parTransId="{43F33494-EBBE-47CF-9EA6-6F22E7A52AAC}" sibTransId="{87BDB4A8-BAFB-4621-9E3F-B5F68F4C346E}"/>
    <dgm:cxn modelId="{F7415EAF-2EA6-485C-9D86-7ABE9071DCB3}" type="presOf" srcId="{E9560079-0534-4B75-B52C-DAE76F001C72}" destId="{ADAF1A09-AA98-4A48-9852-D660E6854894}" srcOrd="1" destOrd="0" presId="urn:microsoft.com/office/officeart/2016/7/layout/RepeatingBendingProcessNew"/>
    <dgm:cxn modelId="{860147B1-C537-47BE-95CB-AB270A4B8EF6}" type="presOf" srcId="{CB3453E2-7D74-4647-966C-644F036BA8FC}" destId="{33CD85DF-0F62-4388-ACED-882CFA559FF5}" srcOrd="0" destOrd="0" presId="urn:microsoft.com/office/officeart/2016/7/layout/RepeatingBendingProcessNew"/>
    <dgm:cxn modelId="{84B268BE-57D5-44D4-9680-7AF9FD09BA7C}" type="presOf" srcId="{C69BC4EE-1CD6-413C-A94C-C8BE1C538CD2}" destId="{4B1C212A-DF1C-42D5-A0D7-96C042F07F91}" srcOrd="0" destOrd="0" presId="urn:microsoft.com/office/officeart/2016/7/layout/RepeatingBendingProcessNew"/>
    <dgm:cxn modelId="{ED271CCE-D05A-420A-8C5D-E653C7AB5A43}" type="presOf" srcId="{87BDB4A8-BAFB-4621-9E3F-B5F68F4C346E}" destId="{C7296891-3EF1-410E-8BEB-13A2F5B218D9}" srcOrd="1" destOrd="0" presId="urn:microsoft.com/office/officeart/2016/7/layout/RepeatingBendingProcessNew"/>
    <dgm:cxn modelId="{994EFFE4-79E0-489C-9537-B7E630390A5A}" type="presOf" srcId="{67168F62-3DA8-4DAF-856E-397295E64D1D}" destId="{D6D8D06E-1560-4F2A-9F81-22AE428C1310}" srcOrd="0" destOrd="0" presId="urn:microsoft.com/office/officeart/2016/7/layout/RepeatingBendingProcessNew"/>
    <dgm:cxn modelId="{8BD7A7E8-508E-4637-88FC-4F5274803658}" type="presOf" srcId="{6FB07264-C586-4DC3-BFAD-F6187CED2D0A}" destId="{60C5D28E-6769-4810-A031-FA92F34FF2C8}" srcOrd="0" destOrd="0" presId="urn:microsoft.com/office/officeart/2016/7/layout/RepeatingBendingProcessNew"/>
    <dgm:cxn modelId="{580D87FF-6847-46F9-A7B4-5B4A93D0824E}" type="presOf" srcId="{D2D19E81-4DE3-4899-9BE4-57B691D3CB2A}" destId="{CDCFD63E-23D5-4D88-9FC0-FA86FFEB00FA}" srcOrd="0" destOrd="0" presId="urn:microsoft.com/office/officeart/2016/7/layout/RepeatingBendingProcessNew"/>
    <dgm:cxn modelId="{3EF626EC-1D7A-4A48-9DBB-BCAE3A43BF0B}" type="presParOf" srcId="{6892CDBD-756E-4E0A-8401-EEAFE8DB55E3}" destId="{CDCFD63E-23D5-4D88-9FC0-FA86FFEB00FA}" srcOrd="0" destOrd="0" presId="urn:microsoft.com/office/officeart/2016/7/layout/RepeatingBendingProcessNew"/>
    <dgm:cxn modelId="{6CF70291-3572-43DC-96F7-78C96B5975F4}" type="presParOf" srcId="{6892CDBD-756E-4E0A-8401-EEAFE8DB55E3}" destId="{1B9250C4-183C-4086-9C92-90372B69DC23}" srcOrd="1" destOrd="0" presId="urn:microsoft.com/office/officeart/2016/7/layout/RepeatingBendingProcessNew"/>
    <dgm:cxn modelId="{B528E3CA-177C-4422-88FE-6B04409BF030}" type="presParOf" srcId="{1B9250C4-183C-4086-9C92-90372B69DC23}" destId="{C7296891-3EF1-410E-8BEB-13A2F5B218D9}" srcOrd="0" destOrd="0" presId="urn:microsoft.com/office/officeart/2016/7/layout/RepeatingBendingProcessNew"/>
    <dgm:cxn modelId="{684A944A-AC05-4539-9DFC-AEEB36C70C76}" type="presParOf" srcId="{6892CDBD-756E-4E0A-8401-EEAFE8DB55E3}" destId="{A0C68C81-6282-4BA4-9F7C-0B6AE963913D}" srcOrd="2" destOrd="0" presId="urn:microsoft.com/office/officeart/2016/7/layout/RepeatingBendingProcessNew"/>
    <dgm:cxn modelId="{4335E519-94D9-4F96-B6A6-42D5E9F70949}" type="presParOf" srcId="{6892CDBD-756E-4E0A-8401-EEAFE8DB55E3}" destId="{57776FC8-6BF9-406F-B5BA-E849E2123643}" srcOrd="3" destOrd="0" presId="urn:microsoft.com/office/officeart/2016/7/layout/RepeatingBendingProcessNew"/>
    <dgm:cxn modelId="{9A391C78-0FDF-4367-8D8B-41E45EB5F598}" type="presParOf" srcId="{57776FC8-6BF9-406F-B5BA-E849E2123643}" destId="{ADAF1A09-AA98-4A48-9852-D660E6854894}" srcOrd="0" destOrd="0" presId="urn:microsoft.com/office/officeart/2016/7/layout/RepeatingBendingProcessNew"/>
    <dgm:cxn modelId="{6E759B8C-3BFF-4481-8F97-C791BDBF7C60}" type="presParOf" srcId="{6892CDBD-756E-4E0A-8401-EEAFE8DB55E3}" destId="{88567FC9-4CE0-4644-9EB1-A9EE714EE4EF}" srcOrd="4" destOrd="0" presId="urn:microsoft.com/office/officeart/2016/7/layout/RepeatingBendingProcessNew"/>
    <dgm:cxn modelId="{22E637CD-8CD0-4190-B245-46A1BAF6ACA6}" type="presParOf" srcId="{6892CDBD-756E-4E0A-8401-EEAFE8DB55E3}" destId="{33CD85DF-0F62-4388-ACED-882CFA559FF5}" srcOrd="5" destOrd="0" presId="urn:microsoft.com/office/officeart/2016/7/layout/RepeatingBendingProcessNew"/>
    <dgm:cxn modelId="{34EA0159-CCB8-48A5-8BE3-A9CDAF121131}" type="presParOf" srcId="{33CD85DF-0F62-4388-ACED-882CFA559FF5}" destId="{727F0C7B-C3D3-499A-AE6C-017F68BBF32B}" srcOrd="0" destOrd="0" presId="urn:microsoft.com/office/officeart/2016/7/layout/RepeatingBendingProcessNew"/>
    <dgm:cxn modelId="{B0996CDA-E2F6-40CE-B840-DBA826A19131}" type="presParOf" srcId="{6892CDBD-756E-4E0A-8401-EEAFE8DB55E3}" destId="{60C5D28E-6769-4810-A031-FA92F34FF2C8}" srcOrd="6" destOrd="0" presId="urn:microsoft.com/office/officeart/2016/7/layout/RepeatingBendingProcessNew"/>
    <dgm:cxn modelId="{63444D32-8718-44F8-BA80-59F2B0D61671}" type="presParOf" srcId="{6892CDBD-756E-4E0A-8401-EEAFE8DB55E3}" destId="{4B1C212A-DF1C-42D5-A0D7-96C042F07F91}" srcOrd="7" destOrd="0" presId="urn:microsoft.com/office/officeart/2016/7/layout/RepeatingBendingProcessNew"/>
    <dgm:cxn modelId="{8A1846DD-580D-480E-9CF6-AC924B5AB506}" type="presParOf" srcId="{4B1C212A-DF1C-42D5-A0D7-96C042F07F91}" destId="{1823EDB8-A84D-4050-BF0F-67A31199890A}" srcOrd="0" destOrd="0" presId="urn:microsoft.com/office/officeart/2016/7/layout/RepeatingBendingProcessNew"/>
    <dgm:cxn modelId="{B8AEF549-C672-4BC9-A051-B77182B79582}" type="presParOf" srcId="{6892CDBD-756E-4E0A-8401-EEAFE8DB55E3}" destId="{D6D8D06E-1560-4F2A-9F81-22AE428C1310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43373EA-0DDE-4DCB-8B30-DE55DA3183D8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B24252F-C9C7-468F-939D-239016722AA9}">
      <dgm:prSet/>
      <dgm:spPr/>
      <dgm:t>
        <a:bodyPr/>
        <a:lstStyle/>
        <a:p>
          <a:r>
            <a:rPr lang="en-US"/>
            <a:t>Sales Trend Analysis</a:t>
          </a:r>
        </a:p>
      </dgm:t>
    </dgm:pt>
    <dgm:pt modelId="{C4C519F3-35B4-449F-9BA7-D2506784A730}" type="parTrans" cxnId="{47A93AF1-5F41-4D36-90BB-EEFF60C6FC3A}">
      <dgm:prSet/>
      <dgm:spPr/>
      <dgm:t>
        <a:bodyPr/>
        <a:lstStyle/>
        <a:p>
          <a:endParaRPr lang="en-US"/>
        </a:p>
      </dgm:t>
    </dgm:pt>
    <dgm:pt modelId="{E8B5C931-EFF8-4C92-ACAD-D19111EC56A9}" type="sibTrans" cxnId="{47A93AF1-5F41-4D36-90BB-EEFF60C6FC3A}">
      <dgm:prSet/>
      <dgm:spPr/>
      <dgm:t>
        <a:bodyPr/>
        <a:lstStyle/>
        <a:p>
          <a:endParaRPr lang="en-US"/>
        </a:p>
      </dgm:t>
    </dgm:pt>
    <dgm:pt modelId="{4A7AE89F-FC4B-430D-8D48-E57BCEC49D38}">
      <dgm:prSet/>
      <dgm:spPr/>
      <dgm:t>
        <a:bodyPr/>
        <a:lstStyle/>
        <a:p>
          <a:r>
            <a:rPr lang="en-US"/>
            <a:t>Revenue by Product Category</a:t>
          </a:r>
        </a:p>
      </dgm:t>
    </dgm:pt>
    <dgm:pt modelId="{AB366C57-4EC9-4721-BDE8-3738B09D9740}" type="parTrans" cxnId="{27155083-AA37-48B6-8A2E-1CF6127BCA6D}">
      <dgm:prSet/>
      <dgm:spPr/>
      <dgm:t>
        <a:bodyPr/>
        <a:lstStyle/>
        <a:p>
          <a:endParaRPr lang="en-US"/>
        </a:p>
      </dgm:t>
    </dgm:pt>
    <dgm:pt modelId="{DD836170-D38C-482A-8E1B-03E1DD2212EB}" type="sibTrans" cxnId="{27155083-AA37-48B6-8A2E-1CF6127BCA6D}">
      <dgm:prSet/>
      <dgm:spPr/>
      <dgm:t>
        <a:bodyPr/>
        <a:lstStyle/>
        <a:p>
          <a:endParaRPr lang="en-US"/>
        </a:p>
      </dgm:t>
    </dgm:pt>
    <dgm:pt modelId="{0A3FC753-7928-4323-8448-72D9497CCE74}">
      <dgm:prSet/>
      <dgm:spPr/>
      <dgm:t>
        <a:bodyPr/>
        <a:lstStyle/>
        <a:p>
          <a:r>
            <a:rPr lang="en-US"/>
            <a:t>City-wise Order Distribution</a:t>
          </a:r>
        </a:p>
      </dgm:t>
    </dgm:pt>
    <dgm:pt modelId="{277A9581-C4EA-46F2-A8A9-5D36B5DD76D7}" type="parTrans" cxnId="{529CA775-3F70-41EB-A942-D5D34267CE03}">
      <dgm:prSet/>
      <dgm:spPr/>
      <dgm:t>
        <a:bodyPr/>
        <a:lstStyle/>
        <a:p>
          <a:endParaRPr lang="en-US"/>
        </a:p>
      </dgm:t>
    </dgm:pt>
    <dgm:pt modelId="{45E38AD8-6934-46B2-A131-4B2B8F8BC681}" type="sibTrans" cxnId="{529CA775-3F70-41EB-A942-D5D34267CE03}">
      <dgm:prSet/>
      <dgm:spPr/>
      <dgm:t>
        <a:bodyPr/>
        <a:lstStyle/>
        <a:p>
          <a:endParaRPr lang="en-US"/>
        </a:p>
      </dgm:t>
    </dgm:pt>
    <dgm:pt modelId="{EA01EDE4-BF8B-4129-81F0-299451F3F07B}">
      <dgm:prSet/>
      <dgm:spPr/>
      <dgm:t>
        <a:bodyPr/>
        <a:lstStyle/>
        <a:p>
          <a:r>
            <a:rPr lang="en-US"/>
            <a:t>Peak Hour Heatmaps</a:t>
          </a:r>
        </a:p>
      </dgm:t>
    </dgm:pt>
    <dgm:pt modelId="{A64BA108-67B2-46E3-B2E7-067FA0210990}" type="parTrans" cxnId="{5A619C0A-8328-4D21-AC99-822BEACB8BC1}">
      <dgm:prSet/>
      <dgm:spPr/>
      <dgm:t>
        <a:bodyPr/>
        <a:lstStyle/>
        <a:p>
          <a:endParaRPr lang="en-US"/>
        </a:p>
      </dgm:t>
    </dgm:pt>
    <dgm:pt modelId="{39B2AB54-9B6C-4149-A261-BCD79644A17F}" type="sibTrans" cxnId="{5A619C0A-8328-4D21-AC99-822BEACB8BC1}">
      <dgm:prSet/>
      <dgm:spPr/>
      <dgm:t>
        <a:bodyPr/>
        <a:lstStyle/>
        <a:p>
          <a:endParaRPr lang="en-US"/>
        </a:p>
      </dgm:t>
    </dgm:pt>
    <dgm:pt modelId="{15D17957-D1CB-4AFD-8FAC-AF2EB57658DB}">
      <dgm:prSet/>
      <dgm:spPr/>
      <dgm:t>
        <a:bodyPr/>
        <a:lstStyle/>
        <a:p>
          <a:r>
            <a:rPr lang="en-US"/>
            <a:t>Monthly and Seasonal Revenue Analysis</a:t>
          </a:r>
        </a:p>
      </dgm:t>
    </dgm:pt>
    <dgm:pt modelId="{43D53EA6-F317-4B22-9E89-CE00AA1045A7}" type="parTrans" cxnId="{CBBBB430-327B-4564-90BB-3400E62EB80C}">
      <dgm:prSet/>
      <dgm:spPr/>
      <dgm:t>
        <a:bodyPr/>
        <a:lstStyle/>
        <a:p>
          <a:endParaRPr lang="en-US"/>
        </a:p>
      </dgm:t>
    </dgm:pt>
    <dgm:pt modelId="{FA000967-A1CD-4AA8-9CFA-FF0EBC27D218}" type="sibTrans" cxnId="{CBBBB430-327B-4564-90BB-3400E62EB80C}">
      <dgm:prSet/>
      <dgm:spPr/>
      <dgm:t>
        <a:bodyPr/>
        <a:lstStyle/>
        <a:p>
          <a:endParaRPr lang="en-US"/>
        </a:p>
      </dgm:t>
    </dgm:pt>
    <dgm:pt modelId="{53E16AEC-1793-43FC-94E0-440BD6B6C616}" type="pres">
      <dgm:prSet presAssocID="{F43373EA-0DDE-4DCB-8B30-DE55DA3183D8}" presName="diagram" presStyleCnt="0">
        <dgm:presLayoutVars>
          <dgm:dir/>
          <dgm:resizeHandles val="exact"/>
        </dgm:presLayoutVars>
      </dgm:prSet>
      <dgm:spPr/>
    </dgm:pt>
    <dgm:pt modelId="{893F243D-A0DD-43DF-AA87-5D6D316FF72C}" type="pres">
      <dgm:prSet presAssocID="{3B24252F-C9C7-468F-939D-239016722AA9}" presName="node" presStyleLbl="node1" presStyleIdx="0" presStyleCnt="5">
        <dgm:presLayoutVars>
          <dgm:bulletEnabled val="1"/>
        </dgm:presLayoutVars>
      </dgm:prSet>
      <dgm:spPr/>
    </dgm:pt>
    <dgm:pt modelId="{C00E9493-CE82-454D-8CCF-BD1E19DB4F2B}" type="pres">
      <dgm:prSet presAssocID="{E8B5C931-EFF8-4C92-ACAD-D19111EC56A9}" presName="sibTrans" presStyleCnt="0"/>
      <dgm:spPr/>
    </dgm:pt>
    <dgm:pt modelId="{110D07FF-78D6-4819-B1D4-D954BBFE9D42}" type="pres">
      <dgm:prSet presAssocID="{4A7AE89F-FC4B-430D-8D48-E57BCEC49D38}" presName="node" presStyleLbl="node1" presStyleIdx="1" presStyleCnt="5">
        <dgm:presLayoutVars>
          <dgm:bulletEnabled val="1"/>
        </dgm:presLayoutVars>
      </dgm:prSet>
      <dgm:spPr/>
    </dgm:pt>
    <dgm:pt modelId="{119A1EA6-CB73-4DF6-8A74-E59467CA0902}" type="pres">
      <dgm:prSet presAssocID="{DD836170-D38C-482A-8E1B-03E1DD2212EB}" presName="sibTrans" presStyleCnt="0"/>
      <dgm:spPr/>
    </dgm:pt>
    <dgm:pt modelId="{3C4C0379-1823-4062-8FC5-B4DDE855BA7B}" type="pres">
      <dgm:prSet presAssocID="{0A3FC753-7928-4323-8448-72D9497CCE74}" presName="node" presStyleLbl="node1" presStyleIdx="2" presStyleCnt="5">
        <dgm:presLayoutVars>
          <dgm:bulletEnabled val="1"/>
        </dgm:presLayoutVars>
      </dgm:prSet>
      <dgm:spPr/>
    </dgm:pt>
    <dgm:pt modelId="{8AD03F12-30EB-45B9-9FD2-9EBAB070014A}" type="pres">
      <dgm:prSet presAssocID="{45E38AD8-6934-46B2-A131-4B2B8F8BC681}" presName="sibTrans" presStyleCnt="0"/>
      <dgm:spPr/>
    </dgm:pt>
    <dgm:pt modelId="{065FBB6F-4C6F-4B45-B58D-EE9E5027FDC8}" type="pres">
      <dgm:prSet presAssocID="{EA01EDE4-BF8B-4129-81F0-299451F3F07B}" presName="node" presStyleLbl="node1" presStyleIdx="3" presStyleCnt="5">
        <dgm:presLayoutVars>
          <dgm:bulletEnabled val="1"/>
        </dgm:presLayoutVars>
      </dgm:prSet>
      <dgm:spPr/>
    </dgm:pt>
    <dgm:pt modelId="{4FA29549-A99D-40CC-8790-8B68C82ABD06}" type="pres">
      <dgm:prSet presAssocID="{39B2AB54-9B6C-4149-A261-BCD79644A17F}" presName="sibTrans" presStyleCnt="0"/>
      <dgm:spPr/>
    </dgm:pt>
    <dgm:pt modelId="{884D461F-FDD6-4CBF-882D-17424229EB31}" type="pres">
      <dgm:prSet presAssocID="{15D17957-D1CB-4AFD-8FAC-AF2EB57658DB}" presName="node" presStyleLbl="node1" presStyleIdx="4" presStyleCnt="5">
        <dgm:presLayoutVars>
          <dgm:bulletEnabled val="1"/>
        </dgm:presLayoutVars>
      </dgm:prSet>
      <dgm:spPr/>
    </dgm:pt>
  </dgm:ptLst>
  <dgm:cxnLst>
    <dgm:cxn modelId="{88F39A06-1911-4F60-ABC7-FCDDEDB15C69}" type="presOf" srcId="{4A7AE89F-FC4B-430D-8D48-E57BCEC49D38}" destId="{110D07FF-78D6-4819-B1D4-D954BBFE9D42}" srcOrd="0" destOrd="0" presId="urn:microsoft.com/office/officeart/2005/8/layout/default"/>
    <dgm:cxn modelId="{3EF74D08-E44C-4319-B308-6737E3A71411}" type="presOf" srcId="{15D17957-D1CB-4AFD-8FAC-AF2EB57658DB}" destId="{884D461F-FDD6-4CBF-882D-17424229EB31}" srcOrd="0" destOrd="0" presId="urn:microsoft.com/office/officeart/2005/8/layout/default"/>
    <dgm:cxn modelId="{5A619C0A-8328-4D21-AC99-822BEACB8BC1}" srcId="{F43373EA-0DDE-4DCB-8B30-DE55DA3183D8}" destId="{EA01EDE4-BF8B-4129-81F0-299451F3F07B}" srcOrd="3" destOrd="0" parTransId="{A64BA108-67B2-46E3-B2E7-067FA0210990}" sibTransId="{39B2AB54-9B6C-4149-A261-BCD79644A17F}"/>
    <dgm:cxn modelId="{CBBBB430-327B-4564-90BB-3400E62EB80C}" srcId="{F43373EA-0DDE-4DCB-8B30-DE55DA3183D8}" destId="{15D17957-D1CB-4AFD-8FAC-AF2EB57658DB}" srcOrd="4" destOrd="0" parTransId="{43D53EA6-F317-4B22-9E89-CE00AA1045A7}" sibTransId="{FA000967-A1CD-4AA8-9CFA-FF0EBC27D218}"/>
    <dgm:cxn modelId="{9C72B765-C16D-4272-87D7-8A50A01B9081}" type="presOf" srcId="{EA01EDE4-BF8B-4129-81F0-299451F3F07B}" destId="{065FBB6F-4C6F-4B45-B58D-EE9E5027FDC8}" srcOrd="0" destOrd="0" presId="urn:microsoft.com/office/officeart/2005/8/layout/default"/>
    <dgm:cxn modelId="{529CA775-3F70-41EB-A942-D5D34267CE03}" srcId="{F43373EA-0DDE-4DCB-8B30-DE55DA3183D8}" destId="{0A3FC753-7928-4323-8448-72D9497CCE74}" srcOrd="2" destOrd="0" parTransId="{277A9581-C4EA-46F2-A8A9-5D36B5DD76D7}" sibTransId="{45E38AD8-6934-46B2-A131-4B2B8F8BC681}"/>
    <dgm:cxn modelId="{27155083-AA37-48B6-8A2E-1CF6127BCA6D}" srcId="{F43373EA-0DDE-4DCB-8B30-DE55DA3183D8}" destId="{4A7AE89F-FC4B-430D-8D48-E57BCEC49D38}" srcOrd="1" destOrd="0" parTransId="{AB366C57-4EC9-4721-BDE8-3738B09D9740}" sibTransId="{DD836170-D38C-482A-8E1B-03E1DD2212EB}"/>
    <dgm:cxn modelId="{9B355BC3-8F7F-4957-8C6E-BF8B134C210E}" type="presOf" srcId="{3B24252F-C9C7-468F-939D-239016722AA9}" destId="{893F243D-A0DD-43DF-AA87-5D6D316FF72C}" srcOrd="0" destOrd="0" presId="urn:microsoft.com/office/officeart/2005/8/layout/default"/>
    <dgm:cxn modelId="{79DAF9C5-DD04-437A-9751-0E38D60D79C6}" type="presOf" srcId="{F43373EA-0DDE-4DCB-8B30-DE55DA3183D8}" destId="{53E16AEC-1793-43FC-94E0-440BD6B6C616}" srcOrd="0" destOrd="0" presId="urn:microsoft.com/office/officeart/2005/8/layout/default"/>
    <dgm:cxn modelId="{47A93AF1-5F41-4D36-90BB-EEFF60C6FC3A}" srcId="{F43373EA-0DDE-4DCB-8B30-DE55DA3183D8}" destId="{3B24252F-C9C7-468F-939D-239016722AA9}" srcOrd="0" destOrd="0" parTransId="{C4C519F3-35B4-449F-9BA7-D2506784A730}" sibTransId="{E8B5C931-EFF8-4C92-ACAD-D19111EC56A9}"/>
    <dgm:cxn modelId="{B01207FE-5D3E-47CB-9C90-359D6F18C747}" type="presOf" srcId="{0A3FC753-7928-4323-8448-72D9497CCE74}" destId="{3C4C0379-1823-4062-8FC5-B4DDE855BA7B}" srcOrd="0" destOrd="0" presId="urn:microsoft.com/office/officeart/2005/8/layout/default"/>
    <dgm:cxn modelId="{6CF64412-F871-4582-AF61-8E60DB380091}" type="presParOf" srcId="{53E16AEC-1793-43FC-94E0-440BD6B6C616}" destId="{893F243D-A0DD-43DF-AA87-5D6D316FF72C}" srcOrd="0" destOrd="0" presId="urn:microsoft.com/office/officeart/2005/8/layout/default"/>
    <dgm:cxn modelId="{1200FF26-CD6C-4207-83BE-D9DF269222B6}" type="presParOf" srcId="{53E16AEC-1793-43FC-94E0-440BD6B6C616}" destId="{C00E9493-CE82-454D-8CCF-BD1E19DB4F2B}" srcOrd="1" destOrd="0" presId="urn:microsoft.com/office/officeart/2005/8/layout/default"/>
    <dgm:cxn modelId="{81ACCEB7-1202-4AFE-9FA0-5DC923E52FF4}" type="presParOf" srcId="{53E16AEC-1793-43FC-94E0-440BD6B6C616}" destId="{110D07FF-78D6-4819-B1D4-D954BBFE9D42}" srcOrd="2" destOrd="0" presId="urn:microsoft.com/office/officeart/2005/8/layout/default"/>
    <dgm:cxn modelId="{762F682B-0ECE-4978-A138-2946BBF80A0E}" type="presParOf" srcId="{53E16AEC-1793-43FC-94E0-440BD6B6C616}" destId="{119A1EA6-CB73-4DF6-8A74-E59467CA0902}" srcOrd="3" destOrd="0" presId="urn:microsoft.com/office/officeart/2005/8/layout/default"/>
    <dgm:cxn modelId="{327F636D-7FCB-448E-9021-A40FB8ECA35B}" type="presParOf" srcId="{53E16AEC-1793-43FC-94E0-440BD6B6C616}" destId="{3C4C0379-1823-4062-8FC5-B4DDE855BA7B}" srcOrd="4" destOrd="0" presId="urn:microsoft.com/office/officeart/2005/8/layout/default"/>
    <dgm:cxn modelId="{27BD8741-9F44-4352-9938-DFAC71349DC7}" type="presParOf" srcId="{53E16AEC-1793-43FC-94E0-440BD6B6C616}" destId="{8AD03F12-30EB-45B9-9FD2-9EBAB070014A}" srcOrd="5" destOrd="0" presId="urn:microsoft.com/office/officeart/2005/8/layout/default"/>
    <dgm:cxn modelId="{5A0F93B9-8406-4F3B-B9E2-4D7D63BF2630}" type="presParOf" srcId="{53E16AEC-1793-43FC-94E0-440BD6B6C616}" destId="{065FBB6F-4C6F-4B45-B58D-EE9E5027FDC8}" srcOrd="6" destOrd="0" presId="urn:microsoft.com/office/officeart/2005/8/layout/default"/>
    <dgm:cxn modelId="{0DF72AE2-BEF9-4196-9169-E62348804126}" type="presParOf" srcId="{53E16AEC-1793-43FC-94E0-440BD6B6C616}" destId="{4FA29549-A99D-40CC-8790-8B68C82ABD06}" srcOrd="7" destOrd="0" presId="urn:microsoft.com/office/officeart/2005/8/layout/default"/>
    <dgm:cxn modelId="{56CED745-C082-4BBD-A3A6-7B3D5E9F214E}" type="presParOf" srcId="{53E16AEC-1793-43FC-94E0-440BD6B6C616}" destId="{884D461F-FDD6-4CBF-882D-17424229EB3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17CD6A9-E616-4D8D-822A-5F323D52B6DA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01BA495-C8B9-4D2E-ABA9-CD9148ED8895}">
      <dgm:prSet/>
      <dgm:spPr/>
      <dgm:t>
        <a:bodyPr/>
        <a:lstStyle/>
        <a:p>
          <a:r>
            <a:rPr lang="en-US"/>
            <a:t>Identify</a:t>
          </a:r>
        </a:p>
      </dgm:t>
    </dgm:pt>
    <dgm:pt modelId="{A9647B07-4C6B-4156-A33E-2FA1EA712367}" type="parTrans" cxnId="{EF1278A2-18E2-46AD-8411-1FF84DC8EBBE}">
      <dgm:prSet/>
      <dgm:spPr/>
      <dgm:t>
        <a:bodyPr/>
        <a:lstStyle/>
        <a:p>
          <a:endParaRPr lang="en-US"/>
        </a:p>
      </dgm:t>
    </dgm:pt>
    <dgm:pt modelId="{F0116CDD-0CF7-4210-BAD0-13DF56B1454F}" type="sibTrans" cxnId="{EF1278A2-18E2-46AD-8411-1FF84DC8EBBE}">
      <dgm:prSet/>
      <dgm:spPr/>
      <dgm:t>
        <a:bodyPr/>
        <a:lstStyle/>
        <a:p>
          <a:endParaRPr lang="en-US"/>
        </a:p>
      </dgm:t>
    </dgm:pt>
    <dgm:pt modelId="{CC3FFFC2-21E2-4088-9BAC-D201F5F07901}">
      <dgm:prSet/>
      <dgm:spPr/>
      <dgm:t>
        <a:bodyPr/>
        <a:lstStyle/>
        <a:p>
          <a:r>
            <a:rPr lang="en-US"/>
            <a:t>Identify high-revenue periods and seasonal spikes.</a:t>
          </a:r>
        </a:p>
      </dgm:t>
    </dgm:pt>
    <dgm:pt modelId="{24B6F526-0DAB-4895-A393-D2C90B2CD640}" type="parTrans" cxnId="{ADF20AB6-E9F8-4F50-B64D-FD439C7EA929}">
      <dgm:prSet/>
      <dgm:spPr/>
      <dgm:t>
        <a:bodyPr/>
        <a:lstStyle/>
        <a:p>
          <a:endParaRPr lang="en-US"/>
        </a:p>
      </dgm:t>
    </dgm:pt>
    <dgm:pt modelId="{93A14B09-F790-4EB8-8495-2A34B89CB19C}" type="sibTrans" cxnId="{ADF20AB6-E9F8-4F50-B64D-FD439C7EA929}">
      <dgm:prSet/>
      <dgm:spPr/>
      <dgm:t>
        <a:bodyPr/>
        <a:lstStyle/>
        <a:p>
          <a:endParaRPr lang="en-US"/>
        </a:p>
      </dgm:t>
    </dgm:pt>
    <dgm:pt modelId="{B2C7AAD3-62B0-4844-8242-01B794049DF4}">
      <dgm:prSet/>
      <dgm:spPr/>
      <dgm:t>
        <a:bodyPr/>
        <a:lstStyle/>
        <a:p>
          <a:r>
            <a:rPr lang="en-US"/>
            <a:t>Detect</a:t>
          </a:r>
        </a:p>
      </dgm:t>
    </dgm:pt>
    <dgm:pt modelId="{57F7F89E-0929-4D56-A623-94285606036D}" type="parTrans" cxnId="{0F5FEDBD-9187-4508-B95B-04C634EF457E}">
      <dgm:prSet/>
      <dgm:spPr/>
      <dgm:t>
        <a:bodyPr/>
        <a:lstStyle/>
        <a:p>
          <a:endParaRPr lang="en-US"/>
        </a:p>
      </dgm:t>
    </dgm:pt>
    <dgm:pt modelId="{5C1C1969-57EF-4C83-AE3D-7D276B5B96CA}" type="sibTrans" cxnId="{0F5FEDBD-9187-4508-B95B-04C634EF457E}">
      <dgm:prSet/>
      <dgm:spPr/>
      <dgm:t>
        <a:bodyPr/>
        <a:lstStyle/>
        <a:p>
          <a:endParaRPr lang="en-US"/>
        </a:p>
      </dgm:t>
    </dgm:pt>
    <dgm:pt modelId="{210D2B1E-E3DB-4D8D-930C-0FC44C8B710E}">
      <dgm:prSet/>
      <dgm:spPr/>
      <dgm:t>
        <a:bodyPr/>
        <a:lstStyle/>
        <a:p>
          <a:r>
            <a:rPr lang="en-US"/>
            <a:t>Detect low-performing products.</a:t>
          </a:r>
        </a:p>
      </dgm:t>
    </dgm:pt>
    <dgm:pt modelId="{CBBC3385-6DEB-4E43-A4A3-3217FEDC1CBD}" type="parTrans" cxnId="{EDED167D-8465-4761-BD3F-8E5B14B5EC91}">
      <dgm:prSet/>
      <dgm:spPr/>
      <dgm:t>
        <a:bodyPr/>
        <a:lstStyle/>
        <a:p>
          <a:endParaRPr lang="en-US"/>
        </a:p>
      </dgm:t>
    </dgm:pt>
    <dgm:pt modelId="{5CD5C045-D397-4A1B-9E87-73FBD6D97096}" type="sibTrans" cxnId="{EDED167D-8465-4761-BD3F-8E5B14B5EC91}">
      <dgm:prSet/>
      <dgm:spPr/>
      <dgm:t>
        <a:bodyPr/>
        <a:lstStyle/>
        <a:p>
          <a:endParaRPr lang="en-US"/>
        </a:p>
      </dgm:t>
    </dgm:pt>
    <dgm:pt modelId="{7128BE2E-C09A-4F38-ADAD-5ABD6BDD52EA}">
      <dgm:prSet/>
      <dgm:spPr/>
      <dgm:t>
        <a:bodyPr/>
        <a:lstStyle/>
        <a:p>
          <a:r>
            <a:rPr lang="en-US"/>
            <a:t>Improve</a:t>
          </a:r>
        </a:p>
      </dgm:t>
    </dgm:pt>
    <dgm:pt modelId="{FFF91FF5-7D8F-4D65-80FC-9A6AE7386B75}" type="parTrans" cxnId="{1A6ECAEF-7CB3-46F5-A1FC-29EAB0BC5402}">
      <dgm:prSet/>
      <dgm:spPr/>
      <dgm:t>
        <a:bodyPr/>
        <a:lstStyle/>
        <a:p>
          <a:endParaRPr lang="en-US"/>
        </a:p>
      </dgm:t>
    </dgm:pt>
    <dgm:pt modelId="{6FE6065F-E420-41E0-8325-4843AC5E6A83}" type="sibTrans" cxnId="{1A6ECAEF-7CB3-46F5-A1FC-29EAB0BC5402}">
      <dgm:prSet/>
      <dgm:spPr/>
      <dgm:t>
        <a:bodyPr/>
        <a:lstStyle/>
        <a:p>
          <a:endParaRPr lang="en-US"/>
        </a:p>
      </dgm:t>
    </dgm:pt>
    <dgm:pt modelId="{CF991A0A-7BBD-43C2-9B22-1C5E9D0E9D24}">
      <dgm:prSet/>
      <dgm:spPr/>
      <dgm:t>
        <a:bodyPr/>
        <a:lstStyle/>
        <a:p>
          <a:r>
            <a:rPr lang="en-US"/>
            <a:t>Improve inventory turnover.</a:t>
          </a:r>
        </a:p>
      </dgm:t>
    </dgm:pt>
    <dgm:pt modelId="{E99F3A64-E2F2-44F8-AC90-3953D52E1404}" type="parTrans" cxnId="{FE494734-135B-4DD2-A46F-09404E396E85}">
      <dgm:prSet/>
      <dgm:spPr/>
      <dgm:t>
        <a:bodyPr/>
        <a:lstStyle/>
        <a:p>
          <a:endParaRPr lang="en-US"/>
        </a:p>
      </dgm:t>
    </dgm:pt>
    <dgm:pt modelId="{1FFB193E-B3C8-42AC-88BB-26E69312C474}" type="sibTrans" cxnId="{FE494734-135B-4DD2-A46F-09404E396E85}">
      <dgm:prSet/>
      <dgm:spPr/>
      <dgm:t>
        <a:bodyPr/>
        <a:lstStyle/>
        <a:p>
          <a:endParaRPr lang="en-US"/>
        </a:p>
      </dgm:t>
    </dgm:pt>
    <dgm:pt modelId="{D23BF78F-BF32-4129-8AF6-860B6A2F3B99}">
      <dgm:prSet/>
      <dgm:spPr/>
      <dgm:t>
        <a:bodyPr/>
        <a:lstStyle/>
        <a:p>
          <a:r>
            <a:rPr lang="en-US"/>
            <a:t>Optimize</a:t>
          </a:r>
        </a:p>
      </dgm:t>
    </dgm:pt>
    <dgm:pt modelId="{6340319B-6478-4BAF-B4CB-64580C6081CE}" type="parTrans" cxnId="{3BAF6598-3161-4319-B9AB-A147BA012652}">
      <dgm:prSet/>
      <dgm:spPr/>
      <dgm:t>
        <a:bodyPr/>
        <a:lstStyle/>
        <a:p>
          <a:endParaRPr lang="en-US"/>
        </a:p>
      </dgm:t>
    </dgm:pt>
    <dgm:pt modelId="{373B816F-DE5D-4025-8259-0BFC22A76C57}" type="sibTrans" cxnId="{3BAF6598-3161-4319-B9AB-A147BA012652}">
      <dgm:prSet/>
      <dgm:spPr/>
      <dgm:t>
        <a:bodyPr/>
        <a:lstStyle/>
        <a:p>
          <a:endParaRPr lang="en-US"/>
        </a:p>
      </dgm:t>
    </dgm:pt>
    <dgm:pt modelId="{DFE52ACC-F9AB-4C52-B096-C00E981BA2A1}">
      <dgm:prSet/>
      <dgm:spPr/>
      <dgm:t>
        <a:bodyPr/>
        <a:lstStyle/>
        <a:p>
          <a:r>
            <a:rPr lang="en-US"/>
            <a:t>Optimize marketing campaigns using customer trends.</a:t>
          </a:r>
        </a:p>
      </dgm:t>
    </dgm:pt>
    <dgm:pt modelId="{72A8DDD4-106E-45D4-897C-D042BA383EEE}" type="parTrans" cxnId="{A28C2BA2-2F05-4164-8D99-5C912AE96E14}">
      <dgm:prSet/>
      <dgm:spPr/>
      <dgm:t>
        <a:bodyPr/>
        <a:lstStyle/>
        <a:p>
          <a:endParaRPr lang="en-US"/>
        </a:p>
      </dgm:t>
    </dgm:pt>
    <dgm:pt modelId="{46524736-0355-4EEE-8695-6368AA0E03A8}" type="sibTrans" cxnId="{A28C2BA2-2F05-4164-8D99-5C912AE96E14}">
      <dgm:prSet/>
      <dgm:spPr/>
      <dgm:t>
        <a:bodyPr/>
        <a:lstStyle/>
        <a:p>
          <a:endParaRPr lang="en-US"/>
        </a:p>
      </dgm:t>
    </dgm:pt>
    <dgm:pt modelId="{F969028A-193C-4E96-B36B-F234AEA5061B}">
      <dgm:prSet/>
      <dgm:spPr/>
      <dgm:t>
        <a:bodyPr/>
        <a:lstStyle/>
        <a:p>
          <a:r>
            <a:rPr lang="en-US"/>
            <a:t>Support</a:t>
          </a:r>
        </a:p>
      </dgm:t>
    </dgm:pt>
    <dgm:pt modelId="{866BF0AD-ABB0-488D-8963-4FC76FC6A2BE}" type="parTrans" cxnId="{EE59C828-D379-4D58-9DC6-5EF2DD8E9BFE}">
      <dgm:prSet/>
      <dgm:spPr/>
      <dgm:t>
        <a:bodyPr/>
        <a:lstStyle/>
        <a:p>
          <a:endParaRPr lang="en-US"/>
        </a:p>
      </dgm:t>
    </dgm:pt>
    <dgm:pt modelId="{ABAFF77E-AE92-40E7-BDC2-28D25DF5F881}" type="sibTrans" cxnId="{EE59C828-D379-4D58-9DC6-5EF2DD8E9BFE}">
      <dgm:prSet/>
      <dgm:spPr/>
      <dgm:t>
        <a:bodyPr/>
        <a:lstStyle/>
        <a:p>
          <a:endParaRPr lang="en-US"/>
        </a:p>
      </dgm:t>
    </dgm:pt>
    <dgm:pt modelId="{29616250-BF28-4DD0-A0D5-BDA93D1064E4}">
      <dgm:prSet/>
      <dgm:spPr/>
      <dgm:t>
        <a:bodyPr/>
        <a:lstStyle/>
        <a:p>
          <a:r>
            <a:rPr lang="en-US"/>
            <a:t>Support strategic business decisions with real-time analytics.</a:t>
          </a:r>
        </a:p>
      </dgm:t>
    </dgm:pt>
    <dgm:pt modelId="{122B6811-306E-4E2D-915E-12F9BDCF578E}" type="parTrans" cxnId="{AE893CD8-43BA-4072-BA90-CEFCCD41D2FA}">
      <dgm:prSet/>
      <dgm:spPr/>
      <dgm:t>
        <a:bodyPr/>
        <a:lstStyle/>
        <a:p>
          <a:endParaRPr lang="en-US"/>
        </a:p>
      </dgm:t>
    </dgm:pt>
    <dgm:pt modelId="{BB7E9873-CE1E-4C73-8A5E-20E852BAF8CE}" type="sibTrans" cxnId="{AE893CD8-43BA-4072-BA90-CEFCCD41D2FA}">
      <dgm:prSet/>
      <dgm:spPr/>
      <dgm:t>
        <a:bodyPr/>
        <a:lstStyle/>
        <a:p>
          <a:endParaRPr lang="en-US"/>
        </a:p>
      </dgm:t>
    </dgm:pt>
    <dgm:pt modelId="{C9CB3E90-0A02-4BF7-805F-2B0A0540E563}" type="pres">
      <dgm:prSet presAssocID="{B17CD6A9-E616-4D8D-822A-5F323D52B6DA}" presName="Name0" presStyleCnt="0">
        <dgm:presLayoutVars>
          <dgm:dir/>
          <dgm:animLvl val="lvl"/>
          <dgm:resizeHandles val="exact"/>
        </dgm:presLayoutVars>
      </dgm:prSet>
      <dgm:spPr/>
    </dgm:pt>
    <dgm:pt modelId="{D950A77B-E737-49D8-B940-F13F827544CC}" type="pres">
      <dgm:prSet presAssocID="{E01BA495-C8B9-4D2E-ABA9-CD9148ED8895}" presName="linNode" presStyleCnt="0"/>
      <dgm:spPr/>
    </dgm:pt>
    <dgm:pt modelId="{9F0A5DE2-9929-4839-845E-07819ECB2294}" type="pres">
      <dgm:prSet presAssocID="{E01BA495-C8B9-4D2E-ABA9-CD9148ED8895}" presName="parentText" presStyleLbl="solidFgAcc1" presStyleIdx="0" presStyleCnt="5">
        <dgm:presLayoutVars>
          <dgm:chMax val="1"/>
          <dgm:bulletEnabled/>
        </dgm:presLayoutVars>
      </dgm:prSet>
      <dgm:spPr/>
    </dgm:pt>
    <dgm:pt modelId="{0C239CF1-4B98-4453-B080-28AB6A9BD21C}" type="pres">
      <dgm:prSet presAssocID="{E01BA495-C8B9-4D2E-ABA9-CD9148ED8895}" presName="descendantText" presStyleLbl="alignNode1" presStyleIdx="0" presStyleCnt="5">
        <dgm:presLayoutVars>
          <dgm:bulletEnabled/>
        </dgm:presLayoutVars>
      </dgm:prSet>
      <dgm:spPr/>
    </dgm:pt>
    <dgm:pt modelId="{CEE2EFD8-342B-4BF8-95DF-A15A77E659F6}" type="pres">
      <dgm:prSet presAssocID="{F0116CDD-0CF7-4210-BAD0-13DF56B1454F}" presName="sp" presStyleCnt="0"/>
      <dgm:spPr/>
    </dgm:pt>
    <dgm:pt modelId="{7345900D-9795-48AD-85CA-7D7520054F94}" type="pres">
      <dgm:prSet presAssocID="{B2C7AAD3-62B0-4844-8242-01B794049DF4}" presName="linNode" presStyleCnt="0"/>
      <dgm:spPr/>
    </dgm:pt>
    <dgm:pt modelId="{CDE3AFFA-9A7F-4D4E-A180-DB5019C27D43}" type="pres">
      <dgm:prSet presAssocID="{B2C7AAD3-62B0-4844-8242-01B794049DF4}" presName="parentText" presStyleLbl="solidFgAcc1" presStyleIdx="1" presStyleCnt="5">
        <dgm:presLayoutVars>
          <dgm:chMax val="1"/>
          <dgm:bulletEnabled/>
        </dgm:presLayoutVars>
      </dgm:prSet>
      <dgm:spPr/>
    </dgm:pt>
    <dgm:pt modelId="{31949714-5D42-40ED-BCC8-4F8EBB5969F6}" type="pres">
      <dgm:prSet presAssocID="{B2C7AAD3-62B0-4844-8242-01B794049DF4}" presName="descendantText" presStyleLbl="alignNode1" presStyleIdx="1" presStyleCnt="5">
        <dgm:presLayoutVars>
          <dgm:bulletEnabled/>
        </dgm:presLayoutVars>
      </dgm:prSet>
      <dgm:spPr/>
    </dgm:pt>
    <dgm:pt modelId="{3BCDB40D-6A8F-4064-B1D5-36C2B47BDA00}" type="pres">
      <dgm:prSet presAssocID="{5C1C1969-57EF-4C83-AE3D-7D276B5B96CA}" presName="sp" presStyleCnt="0"/>
      <dgm:spPr/>
    </dgm:pt>
    <dgm:pt modelId="{1173DCB2-3479-4976-B269-B3DC793B1F00}" type="pres">
      <dgm:prSet presAssocID="{7128BE2E-C09A-4F38-ADAD-5ABD6BDD52EA}" presName="linNode" presStyleCnt="0"/>
      <dgm:spPr/>
    </dgm:pt>
    <dgm:pt modelId="{49B49EE7-528E-4AA7-9827-FC68C836ED0A}" type="pres">
      <dgm:prSet presAssocID="{7128BE2E-C09A-4F38-ADAD-5ABD6BDD52EA}" presName="parentText" presStyleLbl="solidFgAcc1" presStyleIdx="2" presStyleCnt="5">
        <dgm:presLayoutVars>
          <dgm:chMax val="1"/>
          <dgm:bulletEnabled/>
        </dgm:presLayoutVars>
      </dgm:prSet>
      <dgm:spPr/>
    </dgm:pt>
    <dgm:pt modelId="{FB0F0C47-0697-44C5-AA0D-50B43E10C4BB}" type="pres">
      <dgm:prSet presAssocID="{7128BE2E-C09A-4F38-ADAD-5ABD6BDD52EA}" presName="descendantText" presStyleLbl="alignNode1" presStyleIdx="2" presStyleCnt="5">
        <dgm:presLayoutVars>
          <dgm:bulletEnabled/>
        </dgm:presLayoutVars>
      </dgm:prSet>
      <dgm:spPr/>
    </dgm:pt>
    <dgm:pt modelId="{7B8DBE5A-3086-4B11-96E7-854F16CC44E1}" type="pres">
      <dgm:prSet presAssocID="{6FE6065F-E420-41E0-8325-4843AC5E6A83}" presName="sp" presStyleCnt="0"/>
      <dgm:spPr/>
    </dgm:pt>
    <dgm:pt modelId="{0CFD90FD-9FD5-47DF-825E-4B9D1837DF05}" type="pres">
      <dgm:prSet presAssocID="{D23BF78F-BF32-4129-8AF6-860B6A2F3B99}" presName="linNode" presStyleCnt="0"/>
      <dgm:spPr/>
    </dgm:pt>
    <dgm:pt modelId="{A0AC56C0-036E-49FA-B646-521536B8B354}" type="pres">
      <dgm:prSet presAssocID="{D23BF78F-BF32-4129-8AF6-860B6A2F3B99}" presName="parentText" presStyleLbl="solidFgAcc1" presStyleIdx="3" presStyleCnt="5">
        <dgm:presLayoutVars>
          <dgm:chMax val="1"/>
          <dgm:bulletEnabled/>
        </dgm:presLayoutVars>
      </dgm:prSet>
      <dgm:spPr/>
    </dgm:pt>
    <dgm:pt modelId="{A12613EE-6D52-4444-AFF1-0D82EC676709}" type="pres">
      <dgm:prSet presAssocID="{D23BF78F-BF32-4129-8AF6-860B6A2F3B99}" presName="descendantText" presStyleLbl="alignNode1" presStyleIdx="3" presStyleCnt="5">
        <dgm:presLayoutVars>
          <dgm:bulletEnabled/>
        </dgm:presLayoutVars>
      </dgm:prSet>
      <dgm:spPr/>
    </dgm:pt>
    <dgm:pt modelId="{74F43D22-3AC1-48D8-9F10-0F4E74C8C988}" type="pres">
      <dgm:prSet presAssocID="{373B816F-DE5D-4025-8259-0BFC22A76C57}" presName="sp" presStyleCnt="0"/>
      <dgm:spPr/>
    </dgm:pt>
    <dgm:pt modelId="{4ED9AF45-407B-438C-A9BB-FF798EBE90E3}" type="pres">
      <dgm:prSet presAssocID="{F969028A-193C-4E96-B36B-F234AEA5061B}" presName="linNode" presStyleCnt="0"/>
      <dgm:spPr/>
    </dgm:pt>
    <dgm:pt modelId="{717F7C0A-9F84-4179-B02D-26686BB94C0E}" type="pres">
      <dgm:prSet presAssocID="{F969028A-193C-4E96-B36B-F234AEA5061B}" presName="parentText" presStyleLbl="solidFgAcc1" presStyleIdx="4" presStyleCnt="5">
        <dgm:presLayoutVars>
          <dgm:chMax val="1"/>
          <dgm:bulletEnabled/>
        </dgm:presLayoutVars>
      </dgm:prSet>
      <dgm:spPr/>
    </dgm:pt>
    <dgm:pt modelId="{E5E25227-2D83-4BD2-A4CC-3A6EEB7B6B9F}" type="pres">
      <dgm:prSet presAssocID="{F969028A-193C-4E96-B36B-F234AEA5061B}" presName="descendantText" presStyleLbl="alignNode1" presStyleIdx="4" presStyleCnt="5">
        <dgm:presLayoutVars>
          <dgm:bulletEnabled/>
        </dgm:presLayoutVars>
      </dgm:prSet>
      <dgm:spPr/>
    </dgm:pt>
  </dgm:ptLst>
  <dgm:cxnLst>
    <dgm:cxn modelId="{B194E61A-235D-473F-8DC7-B14B7703E083}" type="presOf" srcId="{F969028A-193C-4E96-B36B-F234AEA5061B}" destId="{717F7C0A-9F84-4179-B02D-26686BB94C0E}" srcOrd="0" destOrd="0" presId="urn:microsoft.com/office/officeart/2016/7/layout/VerticalHollowActionList"/>
    <dgm:cxn modelId="{EE59C828-D379-4D58-9DC6-5EF2DD8E9BFE}" srcId="{B17CD6A9-E616-4D8D-822A-5F323D52B6DA}" destId="{F969028A-193C-4E96-B36B-F234AEA5061B}" srcOrd="4" destOrd="0" parTransId="{866BF0AD-ABB0-488D-8963-4FC76FC6A2BE}" sibTransId="{ABAFF77E-AE92-40E7-BDC2-28D25DF5F881}"/>
    <dgm:cxn modelId="{69EE6933-4A66-4848-86E0-F76A2BC2FD89}" type="presOf" srcId="{B17CD6A9-E616-4D8D-822A-5F323D52B6DA}" destId="{C9CB3E90-0A02-4BF7-805F-2B0A0540E563}" srcOrd="0" destOrd="0" presId="urn:microsoft.com/office/officeart/2016/7/layout/VerticalHollowActionList"/>
    <dgm:cxn modelId="{FE494734-135B-4DD2-A46F-09404E396E85}" srcId="{7128BE2E-C09A-4F38-ADAD-5ABD6BDD52EA}" destId="{CF991A0A-7BBD-43C2-9B22-1C5E9D0E9D24}" srcOrd="0" destOrd="0" parTransId="{E99F3A64-E2F2-44F8-AC90-3953D52E1404}" sibTransId="{1FFB193E-B3C8-42AC-88BB-26E69312C474}"/>
    <dgm:cxn modelId="{08E8FE67-7216-41B8-811D-E0192BB1589E}" type="presOf" srcId="{7128BE2E-C09A-4F38-ADAD-5ABD6BDD52EA}" destId="{49B49EE7-528E-4AA7-9827-FC68C836ED0A}" srcOrd="0" destOrd="0" presId="urn:microsoft.com/office/officeart/2016/7/layout/VerticalHollowActionList"/>
    <dgm:cxn modelId="{6207CB48-B183-4954-8A81-0EE5C938E1F7}" type="presOf" srcId="{DFE52ACC-F9AB-4C52-B096-C00E981BA2A1}" destId="{A12613EE-6D52-4444-AFF1-0D82EC676709}" srcOrd="0" destOrd="0" presId="urn:microsoft.com/office/officeart/2016/7/layout/VerticalHollowActionList"/>
    <dgm:cxn modelId="{C88D0F6A-D6A9-440B-AFF7-058376634328}" type="presOf" srcId="{CF991A0A-7BBD-43C2-9B22-1C5E9D0E9D24}" destId="{FB0F0C47-0697-44C5-AA0D-50B43E10C4BB}" srcOrd="0" destOrd="0" presId="urn:microsoft.com/office/officeart/2016/7/layout/VerticalHollowActionList"/>
    <dgm:cxn modelId="{102C3A6A-E86C-494A-8DD1-64F22357D005}" type="presOf" srcId="{D23BF78F-BF32-4129-8AF6-860B6A2F3B99}" destId="{A0AC56C0-036E-49FA-B646-521536B8B354}" srcOrd="0" destOrd="0" presId="urn:microsoft.com/office/officeart/2016/7/layout/VerticalHollowActionList"/>
    <dgm:cxn modelId="{82972550-87DB-4D76-AAF4-33FE68C9E0A9}" type="presOf" srcId="{E01BA495-C8B9-4D2E-ABA9-CD9148ED8895}" destId="{9F0A5DE2-9929-4839-845E-07819ECB2294}" srcOrd="0" destOrd="0" presId="urn:microsoft.com/office/officeart/2016/7/layout/VerticalHollowActionList"/>
    <dgm:cxn modelId="{EDED167D-8465-4761-BD3F-8E5B14B5EC91}" srcId="{B2C7AAD3-62B0-4844-8242-01B794049DF4}" destId="{210D2B1E-E3DB-4D8D-930C-0FC44C8B710E}" srcOrd="0" destOrd="0" parTransId="{CBBC3385-6DEB-4E43-A4A3-3217FEDC1CBD}" sibTransId="{5CD5C045-D397-4A1B-9E87-73FBD6D97096}"/>
    <dgm:cxn modelId="{8C579C8A-E8D0-4F67-BB94-881B0A48336A}" type="presOf" srcId="{210D2B1E-E3DB-4D8D-930C-0FC44C8B710E}" destId="{31949714-5D42-40ED-BCC8-4F8EBB5969F6}" srcOrd="0" destOrd="0" presId="urn:microsoft.com/office/officeart/2016/7/layout/VerticalHollowActionList"/>
    <dgm:cxn modelId="{3BAF6598-3161-4319-B9AB-A147BA012652}" srcId="{B17CD6A9-E616-4D8D-822A-5F323D52B6DA}" destId="{D23BF78F-BF32-4129-8AF6-860B6A2F3B99}" srcOrd="3" destOrd="0" parTransId="{6340319B-6478-4BAF-B4CB-64580C6081CE}" sibTransId="{373B816F-DE5D-4025-8259-0BFC22A76C57}"/>
    <dgm:cxn modelId="{A28C2BA2-2F05-4164-8D99-5C912AE96E14}" srcId="{D23BF78F-BF32-4129-8AF6-860B6A2F3B99}" destId="{DFE52ACC-F9AB-4C52-B096-C00E981BA2A1}" srcOrd="0" destOrd="0" parTransId="{72A8DDD4-106E-45D4-897C-D042BA383EEE}" sibTransId="{46524736-0355-4EEE-8695-6368AA0E03A8}"/>
    <dgm:cxn modelId="{EF1278A2-18E2-46AD-8411-1FF84DC8EBBE}" srcId="{B17CD6A9-E616-4D8D-822A-5F323D52B6DA}" destId="{E01BA495-C8B9-4D2E-ABA9-CD9148ED8895}" srcOrd="0" destOrd="0" parTransId="{A9647B07-4C6B-4156-A33E-2FA1EA712367}" sibTransId="{F0116CDD-0CF7-4210-BAD0-13DF56B1454F}"/>
    <dgm:cxn modelId="{ADF20AB6-E9F8-4F50-B64D-FD439C7EA929}" srcId="{E01BA495-C8B9-4D2E-ABA9-CD9148ED8895}" destId="{CC3FFFC2-21E2-4088-9BAC-D201F5F07901}" srcOrd="0" destOrd="0" parTransId="{24B6F526-0DAB-4895-A393-D2C90B2CD640}" sibTransId="{93A14B09-F790-4EB8-8495-2A34B89CB19C}"/>
    <dgm:cxn modelId="{0F5FEDBD-9187-4508-B95B-04C634EF457E}" srcId="{B17CD6A9-E616-4D8D-822A-5F323D52B6DA}" destId="{B2C7AAD3-62B0-4844-8242-01B794049DF4}" srcOrd="1" destOrd="0" parTransId="{57F7F89E-0929-4D56-A623-94285606036D}" sibTransId="{5C1C1969-57EF-4C83-AE3D-7D276B5B96CA}"/>
    <dgm:cxn modelId="{A5BF90C9-0707-421D-ADAA-FB4396A3EB7A}" type="presOf" srcId="{B2C7AAD3-62B0-4844-8242-01B794049DF4}" destId="{CDE3AFFA-9A7F-4D4E-A180-DB5019C27D43}" srcOrd="0" destOrd="0" presId="urn:microsoft.com/office/officeart/2016/7/layout/VerticalHollowActionList"/>
    <dgm:cxn modelId="{FA7194C9-5047-4D41-A847-6A680DF8922B}" type="presOf" srcId="{29616250-BF28-4DD0-A0D5-BDA93D1064E4}" destId="{E5E25227-2D83-4BD2-A4CC-3A6EEB7B6B9F}" srcOrd="0" destOrd="0" presId="urn:microsoft.com/office/officeart/2016/7/layout/VerticalHollowActionList"/>
    <dgm:cxn modelId="{AE893CD8-43BA-4072-BA90-CEFCCD41D2FA}" srcId="{F969028A-193C-4E96-B36B-F234AEA5061B}" destId="{29616250-BF28-4DD0-A0D5-BDA93D1064E4}" srcOrd="0" destOrd="0" parTransId="{122B6811-306E-4E2D-915E-12F9BDCF578E}" sibTransId="{BB7E9873-CE1E-4C73-8A5E-20E852BAF8CE}"/>
    <dgm:cxn modelId="{1A6ECAEF-7CB3-46F5-A1FC-29EAB0BC5402}" srcId="{B17CD6A9-E616-4D8D-822A-5F323D52B6DA}" destId="{7128BE2E-C09A-4F38-ADAD-5ABD6BDD52EA}" srcOrd="2" destOrd="0" parTransId="{FFF91FF5-7D8F-4D65-80FC-9A6AE7386B75}" sibTransId="{6FE6065F-E420-41E0-8325-4843AC5E6A83}"/>
    <dgm:cxn modelId="{63A80BF0-5FE5-4782-8ECE-4152DCDAFE7B}" type="presOf" srcId="{CC3FFFC2-21E2-4088-9BAC-D201F5F07901}" destId="{0C239CF1-4B98-4453-B080-28AB6A9BD21C}" srcOrd="0" destOrd="0" presId="urn:microsoft.com/office/officeart/2016/7/layout/VerticalHollowActionList"/>
    <dgm:cxn modelId="{5E8E926E-EB52-4A55-AF39-9125B6803C1E}" type="presParOf" srcId="{C9CB3E90-0A02-4BF7-805F-2B0A0540E563}" destId="{D950A77B-E737-49D8-B940-F13F827544CC}" srcOrd="0" destOrd="0" presId="urn:microsoft.com/office/officeart/2016/7/layout/VerticalHollowActionList"/>
    <dgm:cxn modelId="{0AD85208-FCD2-484A-9386-98754D69A6F8}" type="presParOf" srcId="{D950A77B-E737-49D8-B940-F13F827544CC}" destId="{9F0A5DE2-9929-4839-845E-07819ECB2294}" srcOrd="0" destOrd="0" presId="urn:microsoft.com/office/officeart/2016/7/layout/VerticalHollowActionList"/>
    <dgm:cxn modelId="{AA72B12B-1CAE-4C8E-8671-231E2A94F6E9}" type="presParOf" srcId="{D950A77B-E737-49D8-B940-F13F827544CC}" destId="{0C239CF1-4B98-4453-B080-28AB6A9BD21C}" srcOrd="1" destOrd="0" presId="urn:microsoft.com/office/officeart/2016/7/layout/VerticalHollowActionList"/>
    <dgm:cxn modelId="{4FCCA1FD-59EE-4DD6-A29C-0EBE1D117E1D}" type="presParOf" srcId="{C9CB3E90-0A02-4BF7-805F-2B0A0540E563}" destId="{CEE2EFD8-342B-4BF8-95DF-A15A77E659F6}" srcOrd="1" destOrd="0" presId="urn:microsoft.com/office/officeart/2016/7/layout/VerticalHollowActionList"/>
    <dgm:cxn modelId="{C9AA113C-48D0-4898-BBF7-0451B396C238}" type="presParOf" srcId="{C9CB3E90-0A02-4BF7-805F-2B0A0540E563}" destId="{7345900D-9795-48AD-85CA-7D7520054F94}" srcOrd="2" destOrd="0" presId="urn:microsoft.com/office/officeart/2016/7/layout/VerticalHollowActionList"/>
    <dgm:cxn modelId="{66C5400C-BF2A-4FD5-8BF8-DE3568DAB50C}" type="presParOf" srcId="{7345900D-9795-48AD-85CA-7D7520054F94}" destId="{CDE3AFFA-9A7F-4D4E-A180-DB5019C27D43}" srcOrd="0" destOrd="0" presId="urn:microsoft.com/office/officeart/2016/7/layout/VerticalHollowActionList"/>
    <dgm:cxn modelId="{535E232B-85FD-4489-916D-8EFE57BD1F2D}" type="presParOf" srcId="{7345900D-9795-48AD-85CA-7D7520054F94}" destId="{31949714-5D42-40ED-BCC8-4F8EBB5969F6}" srcOrd="1" destOrd="0" presId="urn:microsoft.com/office/officeart/2016/7/layout/VerticalHollowActionList"/>
    <dgm:cxn modelId="{557C7F2A-A152-4E57-A91F-9DE132D04CD9}" type="presParOf" srcId="{C9CB3E90-0A02-4BF7-805F-2B0A0540E563}" destId="{3BCDB40D-6A8F-4064-B1D5-36C2B47BDA00}" srcOrd="3" destOrd="0" presId="urn:microsoft.com/office/officeart/2016/7/layout/VerticalHollowActionList"/>
    <dgm:cxn modelId="{1B929018-F570-49C9-901D-83F8D7BB6957}" type="presParOf" srcId="{C9CB3E90-0A02-4BF7-805F-2B0A0540E563}" destId="{1173DCB2-3479-4976-B269-B3DC793B1F00}" srcOrd="4" destOrd="0" presId="urn:microsoft.com/office/officeart/2016/7/layout/VerticalHollowActionList"/>
    <dgm:cxn modelId="{555D6F77-C28D-4F91-9E25-43B048F1A86C}" type="presParOf" srcId="{1173DCB2-3479-4976-B269-B3DC793B1F00}" destId="{49B49EE7-528E-4AA7-9827-FC68C836ED0A}" srcOrd="0" destOrd="0" presId="urn:microsoft.com/office/officeart/2016/7/layout/VerticalHollowActionList"/>
    <dgm:cxn modelId="{E57DCFAE-D3F8-4B69-BAFF-E7B7A55058DC}" type="presParOf" srcId="{1173DCB2-3479-4976-B269-B3DC793B1F00}" destId="{FB0F0C47-0697-44C5-AA0D-50B43E10C4BB}" srcOrd="1" destOrd="0" presId="urn:microsoft.com/office/officeart/2016/7/layout/VerticalHollowActionList"/>
    <dgm:cxn modelId="{BDDFC14E-B1D4-40B2-BA40-79EC65969680}" type="presParOf" srcId="{C9CB3E90-0A02-4BF7-805F-2B0A0540E563}" destId="{7B8DBE5A-3086-4B11-96E7-854F16CC44E1}" srcOrd="5" destOrd="0" presId="urn:microsoft.com/office/officeart/2016/7/layout/VerticalHollowActionList"/>
    <dgm:cxn modelId="{F78056EA-2205-4300-B488-663AA48FEB32}" type="presParOf" srcId="{C9CB3E90-0A02-4BF7-805F-2B0A0540E563}" destId="{0CFD90FD-9FD5-47DF-825E-4B9D1837DF05}" srcOrd="6" destOrd="0" presId="urn:microsoft.com/office/officeart/2016/7/layout/VerticalHollowActionList"/>
    <dgm:cxn modelId="{3804BA3A-8844-4A00-87DE-25C370EAA0CC}" type="presParOf" srcId="{0CFD90FD-9FD5-47DF-825E-4B9D1837DF05}" destId="{A0AC56C0-036E-49FA-B646-521536B8B354}" srcOrd="0" destOrd="0" presId="urn:microsoft.com/office/officeart/2016/7/layout/VerticalHollowActionList"/>
    <dgm:cxn modelId="{6BDBD09E-C079-4109-B036-BF598489FFFB}" type="presParOf" srcId="{0CFD90FD-9FD5-47DF-825E-4B9D1837DF05}" destId="{A12613EE-6D52-4444-AFF1-0D82EC676709}" srcOrd="1" destOrd="0" presId="urn:microsoft.com/office/officeart/2016/7/layout/VerticalHollowActionList"/>
    <dgm:cxn modelId="{6F5AF374-DAED-47B7-ABE5-5C3D70000EBB}" type="presParOf" srcId="{C9CB3E90-0A02-4BF7-805F-2B0A0540E563}" destId="{74F43D22-3AC1-48D8-9F10-0F4E74C8C988}" srcOrd="7" destOrd="0" presId="urn:microsoft.com/office/officeart/2016/7/layout/VerticalHollowActionList"/>
    <dgm:cxn modelId="{9ECE730E-45BA-4D3D-86D3-19603939155B}" type="presParOf" srcId="{C9CB3E90-0A02-4BF7-805F-2B0A0540E563}" destId="{4ED9AF45-407B-438C-A9BB-FF798EBE90E3}" srcOrd="8" destOrd="0" presId="urn:microsoft.com/office/officeart/2016/7/layout/VerticalHollowActionList"/>
    <dgm:cxn modelId="{F8E7AFBB-04FB-4B2F-9820-83F28F3A4F3F}" type="presParOf" srcId="{4ED9AF45-407B-438C-A9BB-FF798EBE90E3}" destId="{717F7C0A-9F84-4179-B02D-26686BB94C0E}" srcOrd="0" destOrd="0" presId="urn:microsoft.com/office/officeart/2016/7/layout/VerticalHollowActionList"/>
    <dgm:cxn modelId="{3488FB51-09A2-4BC2-A149-9DB8AAAAC3F0}" type="presParOf" srcId="{4ED9AF45-407B-438C-A9BB-FF798EBE90E3}" destId="{E5E25227-2D83-4BD2-A4CC-3A6EEB7B6B9F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DCDC28E-5474-4E9A-91E1-E40DAF96EC9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F5544AB-0FBB-41B7-89FC-EF2B841B2FC9}">
      <dgm:prSet/>
      <dgm:spPr/>
      <dgm:t>
        <a:bodyPr/>
        <a:lstStyle/>
        <a:p>
          <a:r>
            <a:rPr lang="en-US"/>
            <a:t>Maintain consistent weekly commits.</a:t>
          </a:r>
        </a:p>
      </dgm:t>
    </dgm:pt>
    <dgm:pt modelId="{37BF2BFB-4140-4A07-9DEC-E2E65F05656E}" type="parTrans" cxnId="{45B4B23C-1C5E-4754-B6B5-5614AF31F59F}">
      <dgm:prSet/>
      <dgm:spPr/>
      <dgm:t>
        <a:bodyPr/>
        <a:lstStyle/>
        <a:p>
          <a:endParaRPr lang="en-US"/>
        </a:p>
      </dgm:t>
    </dgm:pt>
    <dgm:pt modelId="{E11AFC77-86F1-4A4B-8FCD-54170E2FB92A}" type="sibTrans" cxnId="{45B4B23C-1C5E-4754-B6B5-5614AF31F59F}">
      <dgm:prSet/>
      <dgm:spPr/>
      <dgm:t>
        <a:bodyPr/>
        <a:lstStyle/>
        <a:p>
          <a:endParaRPr lang="en-US"/>
        </a:p>
      </dgm:t>
    </dgm:pt>
    <dgm:pt modelId="{3D3D33F2-3E92-492E-9846-B6B06C6A3FE6}">
      <dgm:prSet/>
      <dgm:spPr/>
      <dgm:t>
        <a:bodyPr/>
        <a:lstStyle/>
        <a:p>
          <a:r>
            <a:rPr lang="en-US"/>
            <a:t>Use semantic commit messages like data-clean:, eda:, model:.</a:t>
          </a:r>
        </a:p>
      </dgm:t>
    </dgm:pt>
    <dgm:pt modelId="{734F84E4-473C-4DC2-9677-C802AC24C460}" type="parTrans" cxnId="{A6EAC974-3D38-4839-A1E8-A979DDFC7529}">
      <dgm:prSet/>
      <dgm:spPr/>
      <dgm:t>
        <a:bodyPr/>
        <a:lstStyle/>
        <a:p>
          <a:endParaRPr lang="en-US"/>
        </a:p>
      </dgm:t>
    </dgm:pt>
    <dgm:pt modelId="{0A60BE3B-0DCF-462B-A742-23C12A86265D}" type="sibTrans" cxnId="{A6EAC974-3D38-4839-A1E8-A979DDFC7529}">
      <dgm:prSet/>
      <dgm:spPr/>
      <dgm:t>
        <a:bodyPr/>
        <a:lstStyle/>
        <a:p>
          <a:endParaRPr lang="en-US"/>
        </a:p>
      </dgm:t>
    </dgm:pt>
    <dgm:pt modelId="{DE23AD4A-E741-41C1-9BB4-BA144DAFD2FD}">
      <dgm:prSet/>
      <dgm:spPr/>
      <dgm:t>
        <a:bodyPr/>
        <a:lstStyle/>
        <a:p>
          <a:r>
            <a:rPr lang="en-US"/>
            <a:t>Avoid uploading massive raw files directly.</a:t>
          </a:r>
        </a:p>
      </dgm:t>
    </dgm:pt>
    <dgm:pt modelId="{10B0E875-7D60-4E4E-AAC3-895C721956DA}" type="parTrans" cxnId="{B7B096BA-49C9-4FFE-8567-CA4183289348}">
      <dgm:prSet/>
      <dgm:spPr/>
      <dgm:t>
        <a:bodyPr/>
        <a:lstStyle/>
        <a:p>
          <a:endParaRPr lang="en-US"/>
        </a:p>
      </dgm:t>
    </dgm:pt>
    <dgm:pt modelId="{7728D14B-E566-41E3-B49A-2D6802876162}" type="sibTrans" cxnId="{B7B096BA-49C9-4FFE-8567-CA4183289348}">
      <dgm:prSet/>
      <dgm:spPr/>
      <dgm:t>
        <a:bodyPr/>
        <a:lstStyle/>
        <a:p>
          <a:endParaRPr lang="en-US"/>
        </a:p>
      </dgm:t>
    </dgm:pt>
    <dgm:pt modelId="{CB0E3D0B-A5FB-4AAD-AD97-0C88B35B1E8F}">
      <dgm:prSet/>
      <dgm:spPr/>
      <dgm:t>
        <a:bodyPr/>
        <a:lstStyle/>
        <a:p>
          <a:r>
            <a:rPr lang="en-US"/>
            <a:t>Use feature branches for major updates.</a:t>
          </a:r>
        </a:p>
      </dgm:t>
    </dgm:pt>
    <dgm:pt modelId="{83B05EF9-05C6-4ACA-9B03-792A81C9DDEB}" type="parTrans" cxnId="{161F7AC6-5F06-48F5-B961-8351844C9283}">
      <dgm:prSet/>
      <dgm:spPr/>
      <dgm:t>
        <a:bodyPr/>
        <a:lstStyle/>
        <a:p>
          <a:endParaRPr lang="en-US"/>
        </a:p>
      </dgm:t>
    </dgm:pt>
    <dgm:pt modelId="{89AB01C3-544D-4EB5-81A0-552415920034}" type="sibTrans" cxnId="{161F7AC6-5F06-48F5-B961-8351844C9283}">
      <dgm:prSet/>
      <dgm:spPr/>
      <dgm:t>
        <a:bodyPr/>
        <a:lstStyle/>
        <a:p>
          <a:endParaRPr lang="en-US"/>
        </a:p>
      </dgm:t>
    </dgm:pt>
    <dgm:pt modelId="{31171656-1DBF-4EBF-8A7F-02DEAAF45A6D}">
      <dgm:prSet/>
      <dgm:spPr/>
      <dgm:t>
        <a:bodyPr/>
        <a:lstStyle/>
        <a:p>
          <a:r>
            <a:rPr lang="en-US"/>
            <a:t>Ensure repository transparency and professionalism.</a:t>
          </a:r>
        </a:p>
      </dgm:t>
    </dgm:pt>
    <dgm:pt modelId="{C2BFFAA5-973F-495E-9F50-0260CC0963B8}" type="parTrans" cxnId="{707F94C5-8186-4028-8046-198CD5DC1CC9}">
      <dgm:prSet/>
      <dgm:spPr/>
      <dgm:t>
        <a:bodyPr/>
        <a:lstStyle/>
        <a:p>
          <a:endParaRPr lang="en-US"/>
        </a:p>
      </dgm:t>
    </dgm:pt>
    <dgm:pt modelId="{80FBB184-7097-4858-9AB8-B5A02AB23768}" type="sibTrans" cxnId="{707F94C5-8186-4028-8046-198CD5DC1CC9}">
      <dgm:prSet/>
      <dgm:spPr/>
      <dgm:t>
        <a:bodyPr/>
        <a:lstStyle/>
        <a:p>
          <a:endParaRPr lang="en-US"/>
        </a:p>
      </dgm:t>
    </dgm:pt>
    <dgm:pt modelId="{FEB2AAC6-27B0-469F-A860-A008946AF451}" type="pres">
      <dgm:prSet presAssocID="{5DCDC28E-5474-4E9A-91E1-E40DAF96EC98}" presName="root" presStyleCnt="0">
        <dgm:presLayoutVars>
          <dgm:dir/>
          <dgm:resizeHandles val="exact"/>
        </dgm:presLayoutVars>
      </dgm:prSet>
      <dgm:spPr/>
    </dgm:pt>
    <dgm:pt modelId="{B0F10315-D2B2-4DA1-B37F-E452F85C1070}" type="pres">
      <dgm:prSet presAssocID="{5F5544AB-0FBB-41B7-89FC-EF2B841B2FC9}" presName="compNode" presStyleCnt="0"/>
      <dgm:spPr/>
    </dgm:pt>
    <dgm:pt modelId="{B0B0699C-8898-4EEF-BDE5-E36CFAA33F18}" type="pres">
      <dgm:prSet presAssocID="{5F5544AB-0FBB-41B7-89FC-EF2B841B2FC9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FA68AE9-0809-40BB-B15F-5052D62BFAB9}" type="pres">
      <dgm:prSet presAssocID="{5F5544AB-0FBB-41B7-89FC-EF2B841B2FC9}" presName="spaceRect" presStyleCnt="0"/>
      <dgm:spPr/>
    </dgm:pt>
    <dgm:pt modelId="{EC504191-AD1F-468D-8398-F5712327C7CE}" type="pres">
      <dgm:prSet presAssocID="{5F5544AB-0FBB-41B7-89FC-EF2B841B2FC9}" presName="textRect" presStyleLbl="revTx" presStyleIdx="0" presStyleCnt="5">
        <dgm:presLayoutVars>
          <dgm:chMax val="1"/>
          <dgm:chPref val="1"/>
        </dgm:presLayoutVars>
      </dgm:prSet>
      <dgm:spPr/>
    </dgm:pt>
    <dgm:pt modelId="{CB9937F8-B311-4122-AE60-16FF0001A04E}" type="pres">
      <dgm:prSet presAssocID="{E11AFC77-86F1-4A4B-8FCD-54170E2FB92A}" presName="sibTrans" presStyleCnt="0"/>
      <dgm:spPr/>
    </dgm:pt>
    <dgm:pt modelId="{427DC056-D52E-4CD1-83A8-B293B8F9920A}" type="pres">
      <dgm:prSet presAssocID="{3D3D33F2-3E92-492E-9846-B6B06C6A3FE6}" presName="compNode" presStyleCnt="0"/>
      <dgm:spPr/>
    </dgm:pt>
    <dgm:pt modelId="{04415C18-A270-41CF-B6B4-4D11485BAFFA}" type="pres">
      <dgm:prSet presAssocID="{3D3D33F2-3E92-492E-9846-B6B06C6A3FE6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0E72DFB0-7D6B-4FE6-BE3C-9C7B83B0A503}" type="pres">
      <dgm:prSet presAssocID="{3D3D33F2-3E92-492E-9846-B6B06C6A3FE6}" presName="spaceRect" presStyleCnt="0"/>
      <dgm:spPr/>
    </dgm:pt>
    <dgm:pt modelId="{CFCD227C-2B0E-413E-9412-77AAD3B00091}" type="pres">
      <dgm:prSet presAssocID="{3D3D33F2-3E92-492E-9846-B6B06C6A3FE6}" presName="textRect" presStyleLbl="revTx" presStyleIdx="1" presStyleCnt="5">
        <dgm:presLayoutVars>
          <dgm:chMax val="1"/>
          <dgm:chPref val="1"/>
        </dgm:presLayoutVars>
      </dgm:prSet>
      <dgm:spPr/>
    </dgm:pt>
    <dgm:pt modelId="{707C3D63-C1F6-4C9B-A6CB-D14AC03ED31C}" type="pres">
      <dgm:prSet presAssocID="{0A60BE3B-0DCF-462B-A742-23C12A86265D}" presName="sibTrans" presStyleCnt="0"/>
      <dgm:spPr/>
    </dgm:pt>
    <dgm:pt modelId="{5CD8380F-F8B7-4DEF-9FFF-D34A643ECAE3}" type="pres">
      <dgm:prSet presAssocID="{DE23AD4A-E741-41C1-9BB4-BA144DAFD2FD}" presName="compNode" presStyleCnt="0"/>
      <dgm:spPr/>
    </dgm:pt>
    <dgm:pt modelId="{25F9380D-D520-4192-A6A1-FFA3338DF523}" type="pres">
      <dgm:prSet presAssocID="{DE23AD4A-E741-41C1-9BB4-BA144DAFD2FD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ACEC230-0765-4E92-99E1-88F1D16F1B24}" type="pres">
      <dgm:prSet presAssocID="{DE23AD4A-E741-41C1-9BB4-BA144DAFD2FD}" presName="spaceRect" presStyleCnt="0"/>
      <dgm:spPr/>
    </dgm:pt>
    <dgm:pt modelId="{A33477ED-B393-4051-A51C-3A7F05FE6F19}" type="pres">
      <dgm:prSet presAssocID="{DE23AD4A-E741-41C1-9BB4-BA144DAFD2FD}" presName="textRect" presStyleLbl="revTx" presStyleIdx="2" presStyleCnt="5">
        <dgm:presLayoutVars>
          <dgm:chMax val="1"/>
          <dgm:chPref val="1"/>
        </dgm:presLayoutVars>
      </dgm:prSet>
      <dgm:spPr/>
    </dgm:pt>
    <dgm:pt modelId="{9D224B33-F490-4818-A207-8C8CB0D6A479}" type="pres">
      <dgm:prSet presAssocID="{7728D14B-E566-41E3-B49A-2D6802876162}" presName="sibTrans" presStyleCnt="0"/>
      <dgm:spPr/>
    </dgm:pt>
    <dgm:pt modelId="{A8357594-F0F4-4076-A8EE-A78A80EF36BD}" type="pres">
      <dgm:prSet presAssocID="{CB0E3D0B-A5FB-4AAD-AD97-0C88B35B1E8F}" presName="compNode" presStyleCnt="0"/>
      <dgm:spPr/>
    </dgm:pt>
    <dgm:pt modelId="{7061C34A-B1BE-4375-AAE8-E5226688EB23}" type="pres">
      <dgm:prSet presAssocID="{CB0E3D0B-A5FB-4AAD-AD97-0C88B35B1E8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CEA7EF79-F14A-492F-9C11-23B741E3D0F9}" type="pres">
      <dgm:prSet presAssocID="{CB0E3D0B-A5FB-4AAD-AD97-0C88B35B1E8F}" presName="spaceRect" presStyleCnt="0"/>
      <dgm:spPr/>
    </dgm:pt>
    <dgm:pt modelId="{60497CBE-CF86-41A4-B1D7-276F01FDD977}" type="pres">
      <dgm:prSet presAssocID="{CB0E3D0B-A5FB-4AAD-AD97-0C88B35B1E8F}" presName="textRect" presStyleLbl="revTx" presStyleIdx="3" presStyleCnt="5">
        <dgm:presLayoutVars>
          <dgm:chMax val="1"/>
          <dgm:chPref val="1"/>
        </dgm:presLayoutVars>
      </dgm:prSet>
      <dgm:spPr/>
    </dgm:pt>
    <dgm:pt modelId="{3295E87F-13B1-4927-9BB3-9FC0F87F0C9F}" type="pres">
      <dgm:prSet presAssocID="{89AB01C3-544D-4EB5-81A0-552415920034}" presName="sibTrans" presStyleCnt="0"/>
      <dgm:spPr/>
    </dgm:pt>
    <dgm:pt modelId="{D052203D-2E86-43C9-93D6-CA96E1EE6112}" type="pres">
      <dgm:prSet presAssocID="{31171656-1DBF-4EBF-8A7F-02DEAAF45A6D}" presName="compNode" presStyleCnt="0"/>
      <dgm:spPr/>
    </dgm:pt>
    <dgm:pt modelId="{3EA2E725-7A99-4886-AE63-D0D31ACE4A23}" type="pres">
      <dgm:prSet presAssocID="{31171656-1DBF-4EBF-8A7F-02DEAAF45A6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962680A-2DC4-4A86-BADB-C0B08C13CB83}" type="pres">
      <dgm:prSet presAssocID="{31171656-1DBF-4EBF-8A7F-02DEAAF45A6D}" presName="spaceRect" presStyleCnt="0"/>
      <dgm:spPr/>
    </dgm:pt>
    <dgm:pt modelId="{DA88E535-84FC-41F5-925C-1E0FE9D87359}" type="pres">
      <dgm:prSet presAssocID="{31171656-1DBF-4EBF-8A7F-02DEAAF45A6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7B74E2F-BD18-40D9-A5F1-936579494826}" type="presOf" srcId="{31171656-1DBF-4EBF-8A7F-02DEAAF45A6D}" destId="{DA88E535-84FC-41F5-925C-1E0FE9D87359}" srcOrd="0" destOrd="0" presId="urn:microsoft.com/office/officeart/2018/2/layout/IconLabelList"/>
    <dgm:cxn modelId="{45B4B23C-1C5E-4754-B6B5-5614AF31F59F}" srcId="{5DCDC28E-5474-4E9A-91E1-E40DAF96EC98}" destId="{5F5544AB-0FBB-41B7-89FC-EF2B841B2FC9}" srcOrd="0" destOrd="0" parTransId="{37BF2BFB-4140-4A07-9DEC-E2E65F05656E}" sibTransId="{E11AFC77-86F1-4A4B-8FCD-54170E2FB92A}"/>
    <dgm:cxn modelId="{1628C674-EFC9-47D7-9694-8994743DCA2A}" type="presOf" srcId="{5DCDC28E-5474-4E9A-91E1-E40DAF96EC98}" destId="{FEB2AAC6-27B0-469F-A860-A008946AF451}" srcOrd="0" destOrd="0" presId="urn:microsoft.com/office/officeart/2018/2/layout/IconLabelList"/>
    <dgm:cxn modelId="{A6EAC974-3D38-4839-A1E8-A979DDFC7529}" srcId="{5DCDC28E-5474-4E9A-91E1-E40DAF96EC98}" destId="{3D3D33F2-3E92-492E-9846-B6B06C6A3FE6}" srcOrd="1" destOrd="0" parTransId="{734F84E4-473C-4DC2-9677-C802AC24C460}" sibTransId="{0A60BE3B-0DCF-462B-A742-23C12A86265D}"/>
    <dgm:cxn modelId="{BEFFAD7D-C7A5-49BB-89D9-01873DC060E7}" type="presOf" srcId="{DE23AD4A-E741-41C1-9BB4-BA144DAFD2FD}" destId="{A33477ED-B393-4051-A51C-3A7F05FE6F19}" srcOrd="0" destOrd="0" presId="urn:microsoft.com/office/officeart/2018/2/layout/IconLabelList"/>
    <dgm:cxn modelId="{44D72E93-CC8F-4816-AA65-20CC29D15D64}" type="presOf" srcId="{3D3D33F2-3E92-492E-9846-B6B06C6A3FE6}" destId="{CFCD227C-2B0E-413E-9412-77AAD3B00091}" srcOrd="0" destOrd="0" presId="urn:microsoft.com/office/officeart/2018/2/layout/IconLabelList"/>
    <dgm:cxn modelId="{B7B096BA-49C9-4FFE-8567-CA4183289348}" srcId="{5DCDC28E-5474-4E9A-91E1-E40DAF96EC98}" destId="{DE23AD4A-E741-41C1-9BB4-BA144DAFD2FD}" srcOrd="2" destOrd="0" parTransId="{10B0E875-7D60-4E4E-AAC3-895C721956DA}" sibTransId="{7728D14B-E566-41E3-B49A-2D6802876162}"/>
    <dgm:cxn modelId="{707F94C5-8186-4028-8046-198CD5DC1CC9}" srcId="{5DCDC28E-5474-4E9A-91E1-E40DAF96EC98}" destId="{31171656-1DBF-4EBF-8A7F-02DEAAF45A6D}" srcOrd="4" destOrd="0" parTransId="{C2BFFAA5-973F-495E-9F50-0260CC0963B8}" sibTransId="{80FBB184-7097-4858-9AB8-B5A02AB23768}"/>
    <dgm:cxn modelId="{161F7AC6-5F06-48F5-B961-8351844C9283}" srcId="{5DCDC28E-5474-4E9A-91E1-E40DAF96EC98}" destId="{CB0E3D0B-A5FB-4AAD-AD97-0C88B35B1E8F}" srcOrd="3" destOrd="0" parTransId="{83B05EF9-05C6-4ACA-9B03-792A81C9DDEB}" sibTransId="{89AB01C3-544D-4EB5-81A0-552415920034}"/>
    <dgm:cxn modelId="{FEC87ED4-B5C4-469D-BAD7-0D8112E565DF}" type="presOf" srcId="{CB0E3D0B-A5FB-4AAD-AD97-0C88B35B1E8F}" destId="{60497CBE-CF86-41A4-B1D7-276F01FDD977}" srcOrd="0" destOrd="0" presId="urn:microsoft.com/office/officeart/2018/2/layout/IconLabelList"/>
    <dgm:cxn modelId="{409786EC-DE80-4064-80E7-D1068E3FD607}" type="presOf" srcId="{5F5544AB-0FBB-41B7-89FC-EF2B841B2FC9}" destId="{EC504191-AD1F-468D-8398-F5712327C7CE}" srcOrd="0" destOrd="0" presId="urn:microsoft.com/office/officeart/2018/2/layout/IconLabelList"/>
    <dgm:cxn modelId="{67C35C1E-F557-4FC1-B9B1-F9790F09BD80}" type="presParOf" srcId="{FEB2AAC6-27B0-469F-A860-A008946AF451}" destId="{B0F10315-D2B2-4DA1-B37F-E452F85C1070}" srcOrd="0" destOrd="0" presId="urn:microsoft.com/office/officeart/2018/2/layout/IconLabelList"/>
    <dgm:cxn modelId="{327CFAFB-4409-4B37-BEC1-AACE7890D9DB}" type="presParOf" srcId="{B0F10315-D2B2-4DA1-B37F-E452F85C1070}" destId="{B0B0699C-8898-4EEF-BDE5-E36CFAA33F18}" srcOrd="0" destOrd="0" presId="urn:microsoft.com/office/officeart/2018/2/layout/IconLabelList"/>
    <dgm:cxn modelId="{CF9D88A4-0D7B-463D-AC30-5C463EFD3EAB}" type="presParOf" srcId="{B0F10315-D2B2-4DA1-B37F-E452F85C1070}" destId="{9FA68AE9-0809-40BB-B15F-5052D62BFAB9}" srcOrd="1" destOrd="0" presId="urn:microsoft.com/office/officeart/2018/2/layout/IconLabelList"/>
    <dgm:cxn modelId="{F7D3F338-C6C5-4D16-93AA-463EB9A1C28D}" type="presParOf" srcId="{B0F10315-D2B2-4DA1-B37F-E452F85C1070}" destId="{EC504191-AD1F-468D-8398-F5712327C7CE}" srcOrd="2" destOrd="0" presId="urn:microsoft.com/office/officeart/2018/2/layout/IconLabelList"/>
    <dgm:cxn modelId="{E4CB6EA3-CB34-4B45-94C3-6A5CF6A5353B}" type="presParOf" srcId="{FEB2AAC6-27B0-469F-A860-A008946AF451}" destId="{CB9937F8-B311-4122-AE60-16FF0001A04E}" srcOrd="1" destOrd="0" presId="urn:microsoft.com/office/officeart/2018/2/layout/IconLabelList"/>
    <dgm:cxn modelId="{7E9D4F5C-5E0A-4512-B51E-C675208593FA}" type="presParOf" srcId="{FEB2AAC6-27B0-469F-A860-A008946AF451}" destId="{427DC056-D52E-4CD1-83A8-B293B8F9920A}" srcOrd="2" destOrd="0" presId="urn:microsoft.com/office/officeart/2018/2/layout/IconLabelList"/>
    <dgm:cxn modelId="{3DA558B1-DA80-45D5-B495-DF8062D5E48A}" type="presParOf" srcId="{427DC056-D52E-4CD1-83A8-B293B8F9920A}" destId="{04415C18-A270-41CF-B6B4-4D11485BAFFA}" srcOrd="0" destOrd="0" presId="urn:microsoft.com/office/officeart/2018/2/layout/IconLabelList"/>
    <dgm:cxn modelId="{EE4F921B-F040-456B-8A13-477F2D77ACA7}" type="presParOf" srcId="{427DC056-D52E-4CD1-83A8-B293B8F9920A}" destId="{0E72DFB0-7D6B-4FE6-BE3C-9C7B83B0A503}" srcOrd="1" destOrd="0" presId="urn:microsoft.com/office/officeart/2018/2/layout/IconLabelList"/>
    <dgm:cxn modelId="{82B87143-B62A-4D65-95BE-2D3B40DCE2E9}" type="presParOf" srcId="{427DC056-D52E-4CD1-83A8-B293B8F9920A}" destId="{CFCD227C-2B0E-413E-9412-77AAD3B00091}" srcOrd="2" destOrd="0" presId="urn:microsoft.com/office/officeart/2018/2/layout/IconLabelList"/>
    <dgm:cxn modelId="{9B94CB6B-E346-418B-B0EC-1D893CD413B8}" type="presParOf" srcId="{FEB2AAC6-27B0-469F-A860-A008946AF451}" destId="{707C3D63-C1F6-4C9B-A6CB-D14AC03ED31C}" srcOrd="3" destOrd="0" presId="urn:microsoft.com/office/officeart/2018/2/layout/IconLabelList"/>
    <dgm:cxn modelId="{03619586-8994-4762-94C2-6A38A975C20B}" type="presParOf" srcId="{FEB2AAC6-27B0-469F-A860-A008946AF451}" destId="{5CD8380F-F8B7-4DEF-9FFF-D34A643ECAE3}" srcOrd="4" destOrd="0" presId="urn:microsoft.com/office/officeart/2018/2/layout/IconLabelList"/>
    <dgm:cxn modelId="{C8DF798B-662C-4BD4-AD65-D3C13957C7D1}" type="presParOf" srcId="{5CD8380F-F8B7-4DEF-9FFF-D34A643ECAE3}" destId="{25F9380D-D520-4192-A6A1-FFA3338DF523}" srcOrd="0" destOrd="0" presId="urn:microsoft.com/office/officeart/2018/2/layout/IconLabelList"/>
    <dgm:cxn modelId="{9BD11D0C-06AC-4C0F-9D37-96C143BE5A9A}" type="presParOf" srcId="{5CD8380F-F8B7-4DEF-9FFF-D34A643ECAE3}" destId="{1ACEC230-0765-4E92-99E1-88F1D16F1B24}" srcOrd="1" destOrd="0" presId="urn:microsoft.com/office/officeart/2018/2/layout/IconLabelList"/>
    <dgm:cxn modelId="{41BF1A67-02C6-47A1-9049-B7CBE2B7FA19}" type="presParOf" srcId="{5CD8380F-F8B7-4DEF-9FFF-D34A643ECAE3}" destId="{A33477ED-B393-4051-A51C-3A7F05FE6F19}" srcOrd="2" destOrd="0" presId="urn:microsoft.com/office/officeart/2018/2/layout/IconLabelList"/>
    <dgm:cxn modelId="{ED940BB1-B89B-49E1-B33A-743292575C90}" type="presParOf" srcId="{FEB2AAC6-27B0-469F-A860-A008946AF451}" destId="{9D224B33-F490-4818-A207-8C8CB0D6A479}" srcOrd="5" destOrd="0" presId="urn:microsoft.com/office/officeart/2018/2/layout/IconLabelList"/>
    <dgm:cxn modelId="{0D1E1D1F-45D7-4F7D-BD92-4A92DA2D3467}" type="presParOf" srcId="{FEB2AAC6-27B0-469F-A860-A008946AF451}" destId="{A8357594-F0F4-4076-A8EE-A78A80EF36BD}" srcOrd="6" destOrd="0" presId="urn:microsoft.com/office/officeart/2018/2/layout/IconLabelList"/>
    <dgm:cxn modelId="{79BB79CB-F5D4-4EC8-943B-7C791B4EDBB3}" type="presParOf" srcId="{A8357594-F0F4-4076-A8EE-A78A80EF36BD}" destId="{7061C34A-B1BE-4375-AAE8-E5226688EB23}" srcOrd="0" destOrd="0" presId="urn:microsoft.com/office/officeart/2018/2/layout/IconLabelList"/>
    <dgm:cxn modelId="{DDEE286A-C14D-49E0-AB52-2AAC6DBCFA0E}" type="presParOf" srcId="{A8357594-F0F4-4076-A8EE-A78A80EF36BD}" destId="{CEA7EF79-F14A-492F-9C11-23B741E3D0F9}" srcOrd="1" destOrd="0" presId="urn:microsoft.com/office/officeart/2018/2/layout/IconLabelList"/>
    <dgm:cxn modelId="{5F2844CB-4FC3-4D7C-8224-30EA11A8CAF1}" type="presParOf" srcId="{A8357594-F0F4-4076-A8EE-A78A80EF36BD}" destId="{60497CBE-CF86-41A4-B1D7-276F01FDD977}" srcOrd="2" destOrd="0" presId="urn:microsoft.com/office/officeart/2018/2/layout/IconLabelList"/>
    <dgm:cxn modelId="{277D371D-F6B1-4322-A500-F8080662A17A}" type="presParOf" srcId="{FEB2AAC6-27B0-469F-A860-A008946AF451}" destId="{3295E87F-13B1-4927-9BB3-9FC0F87F0C9F}" srcOrd="7" destOrd="0" presId="urn:microsoft.com/office/officeart/2018/2/layout/IconLabelList"/>
    <dgm:cxn modelId="{9AA80AF6-780D-4EBC-9522-2449B64B5CFE}" type="presParOf" srcId="{FEB2AAC6-27B0-469F-A860-A008946AF451}" destId="{D052203D-2E86-43C9-93D6-CA96E1EE6112}" srcOrd="8" destOrd="0" presId="urn:microsoft.com/office/officeart/2018/2/layout/IconLabelList"/>
    <dgm:cxn modelId="{82FF3412-BD85-4778-BB5D-4DA3CF1B93AC}" type="presParOf" srcId="{D052203D-2E86-43C9-93D6-CA96E1EE6112}" destId="{3EA2E725-7A99-4886-AE63-D0D31ACE4A23}" srcOrd="0" destOrd="0" presId="urn:microsoft.com/office/officeart/2018/2/layout/IconLabelList"/>
    <dgm:cxn modelId="{BB0DEBD3-F6E5-42BB-9285-61A1BFD7C2FC}" type="presParOf" srcId="{D052203D-2E86-43C9-93D6-CA96E1EE6112}" destId="{7962680A-2DC4-4A86-BADB-C0B08C13CB83}" srcOrd="1" destOrd="0" presId="urn:microsoft.com/office/officeart/2018/2/layout/IconLabelList"/>
    <dgm:cxn modelId="{7F7092D4-39B2-4170-9290-7566BDFA93AA}" type="presParOf" srcId="{D052203D-2E86-43C9-93D6-CA96E1EE6112}" destId="{DA88E535-84FC-41F5-925C-1E0FE9D8735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BF2F2B0D-D54D-4C07-B187-E128745561D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C2DEE28-493B-469B-A673-74F0217ABC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Interactive Power BI/Tableau Dashboard</a:t>
          </a:r>
        </a:p>
      </dgm:t>
    </dgm:pt>
    <dgm:pt modelId="{182560C3-148C-417A-8F56-CF37DF5104F7}" type="parTrans" cxnId="{5F542F0A-B47F-4E04-94BB-5B79269D463A}">
      <dgm:prSet/>
      <dgm:spPr/>
      <dgm:t>
        <a:bodyPr/>
        <a:lstStyle/>
        <a:p>
          <a:endParaRPr lang="en-US"/>
        </a:p>
      </dgm:t>
    </dgm:pt>
    <dgm:pt modelId="{683B62CD-C1F6-4D93-9327-B00C6BEF5091}" type="sibTrans" cxnId="{5F542F0A-B47F-4E04-94BB-5B79269D463A}">
      <dgm:prSet/>
      <dgm:spPr/>
      <dgm:t>
        <a:bodyPr/>
        <a:lstStyle/>
        <a:p>
          <a:endParaRPr lang="en-US"/>
        </a:p>
      </dgm:t>
    </dgm:pt>
    <dgm:pt modelId="{38EDEB1C-752D-456E-80DD-E8481A69B8F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Cleaned and structured dataset</a:t>
          </a:r>
        </a:p>
      </dgm:t>
    </dgm:pt>
    <dgm:pt modelId="{D7A4A5ED-4D17-47F2-B11C-5251C73CAE2A}" type="parTrans" cxnId="{4F6B5EBB-6452-41D4-9C01-63AE983EEE58}">
      <dgm:prSet/>
      <dgm:spPr/>
      <dgm:t>
        <a:bodyPr/>
        <a:lstStyle/>
        <a:p>
          <a:endParaRPr lang="en-US"/>
        </a:p>
      </dgm:t>
    </dgm:pt>
    <dgm:pt modelId="{6C438749-A46A-454C-B21C-AF83D10C68C5}" type="sibTrans" cxnId="{4F6B5EBB-6452-41D4-9C01-63AE983EEE58}">
      <dgm:prSet/>
      <dgm:spPr/>
      <dgm:t>
        <a:bodyPr/>
        <a:lstStyle/>
        <a:p>
          <a:endParaRPr lang="en-US"/>
        </a:p>
      </dgm:t>
    </dgm:pt>
    <dgm:pt modelId="{00DE3483-1436-4D7D-9604-BEE75941667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SQL query scripts</a:t>
          </a:r>
        </a:p>
      </dgm:t>
    </dgm:pt>
    <dgm:pt modelId="{58304F7D-9FC8-471A-A906-298D81FBE895}" type="parTrans" cxnId="{21EA64CB-D9A2-4E6A-AC2C-011EC35D4441}">
      <dgm:prSet/>
      <dgm:spPr/>
      <dgm:t>
        <a:bodyPr/>
        <a:lstStyle/>
        <a:p>
          <a:endParaRPr lang="en-US"/>
        </a:p>
      </dgm:t>
    </dgm:pt>
    <dgm:pt modelId="{1D774DAB-0668-4AB0-8B13-BB7407EE415F}" type="sibTrans" cxnId="{21EA64CB-D9A2-4E6A-AC2C-011EC35D4441}">
      <dgm:prSet/>
      <dgm:spPr/>
      <dgm:t>
        <a:bodyPr/>
        <a:lstStyle/>
        <a:p>
          <a:endParaRPr lang="en-US"/>
        </a:p>
      </dgm:t>
    </dgm:pt>
    <dgm:pt modelId="{4CAAC4D0-8CF2-433A-A17D-29202562FC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Final analytical report</a:t>
          </a:r>
        </a:p>
      </dgm:t>
    </dgm:pt>
    <dgm:pt modelId="{E47BF858-FFAD-4C53-9633-701A0F0E671E}" type="parTrans" cxnId="{0701E21F-1021-4444-BDEB-D1577375E81B}">
      <dgm:prSet/>
      <dgm:spPr/>
      <dgm:t>
        <a:bodyPr/>
        <a:lstStyle/>
        <a:p>
          <a:endParaRPr lang="en-US"/>
        </a:p>
      </dgm:t>
    </dgm:pt>
    <dgm:pt modelId="{8CB3A5FD-291E-459A-A491-2149827202F4}" type="sibTrans" cxnId="{0701E21F-1021-4444-BDEB-D1577375E81B}">
      <dgm:prSet/>
      <dgm:spPr/>
      <dgm:t>
        <a:bodyPr/>
        <a:lstStyle/>
        <a:p>
          <a:endParaRPr lang="en-US"/>
        </a:p>
      </dgm:t>
    </dgm:pt>
    <dgm:pt modelId="{73C01829-ED9C-44F2-83AB-94BE406D91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GitHub repository with weekly contributions</a:t>
          </a:r>
        </a:p>
      </dgm:t>
    </dgm:pt>
    <dgm:pt modelId="{B38C953D-5A49-4A59-9135-AD20440B0E66}" type="parTrans" cxnId="{C695570C-2571-4798-987A-A068E09821AC}">
      <dgm:prSet/>
      <dgm:spPr/>
      <dgm:t>
        <a:bodyPr/>
        <a:lstStyle/>
        <a:p>
          <a:endParaRPr lang="en-US"/>
        </a:p>
      </dgm:t>
    </dgm:pt>
    <dgm:pt modelId="{145F216B-A3D6-4701-9AA0-3EB99E2AD75C}" type="sibTrans" cxnId="{C695570C-2571-4798-987A-A068E09821AC}">
      <dgm:prSet/>
      <dgm:spPr/>
      <dgm:t>
        <a:bodyPr/>
        <a:lstStyle/>
        <a:p>
          <a:endParaRPr lang="en-US"/>
        </a:p>
      </dgm:t>
    </dgm:pt>
    <dgm:pt modelId="{5912644B-2813-4710-A764-C9A6EF69619F}" type="pres">
      <dgm:prSet presAssocID="{BF2F2B0D-D54D-4C07-B187-E128745561D9}" presName="root" presStyleCnt="0">
        <dgm:presLayoutVars>
          <dgm:dir/>
          <dgm:resizeHandles val="exact"/>
        </dgm:presLayoutVars>
      </dgm:prSet>
      <dgm:spPr/>
    </dgm:pt>
    <dgm:pt modelId="{B151A4E2-E5AD-463B-A36A-EA6FC9861D78}" type="pres">
      <dgm:prSet presAssocID="{6C2DEE28-493B-469B-A673-74F0217ABCE2}" presName="compNode" presStyleCnt="0"/>
      <dgm:spPr/>
    </dgm:pt>
    <dgm:pt modelId="{5C877781-99E0-4619-A020-E53BC304B5C6}" type="pres">
      <dgm:prSet presAssocID="{6C2DEE28-493B-469B-A673-74F0217ABCE2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19D5162-F0D7-45BE-8D81-0D6576D8F91D}" type="pres">
      <dgm:prSet presAssocID="{6C2DEE28-493B-469B-A673-74F0217ABCE2}" presName="spaceRect" presStyleCnt="0"/>
      <dgm:spPr/>
    </dgm:pt>
    <dgm:pt modelId="{36C2D50A-2B99-42BC-90AD-385B43BF8B50}" type="pres">
      <dgm:prSet presAssocID="{6C2DEE28-493B-469B-A673-74F0217ABCE2}" presName="textRect" presStyleLbl="revTx" presStyleIdx="0" presStyleCnt="5">
        <dgm:presLayoutVars>
          <dgm:chMax val="1"/>
          <dgm:chPref val="1"/>
        </dgm:presLayoutVars>
      </dgm:prSet>
      <dgm:spPr/>
    </dgm:pt>
    <dgm:pt modelId="{27D04F08-24CA-44BC-A784-A9BA86145491}" type="pres">
      <dgm:prSet presAssocID="{683B62CD-C1F6-4D93-9327-B00C6BEF5091}" presName="sibTrans" presStyleCnt="0"/>
      <dgm:spPr/>
    </dgm:pt>
    <dgm:pt modelId="{964AD0C2-04E3-4E49-9899-C24E76073AB7}" type="pres">
      <dgm:prSet presAssocID="{38EDEB1C-752D-456E-80DD-E8481A69B8F7}" presName="compNode" presStyleCnt="0"/>
      <dgm:spPr/>
    </dgm:pt>
    <dgm:pt modelId="{DBFBEBF4-0A91-44B1-B75D-6442805B6D53}" type="pres">
      <dgm:prSet presAssocID="{38EDEB1C-752D-456E-80DD-E8481A69B8F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DF0E91D-A5FA-49AF-BB4D-E93ABFFA972A}" type="pres">
      <dgm:prSet presAssocID="{38EDEB1C-752D-456E-80DD-E8481A69B8F7}" presName="spaceRect" presStyleCnt="0"/>
      <dgm:spPr/>
    </dgm:pt>
    <dgm:pt modelId="{41AD4976-CBFA-4251-9459-A06EC9FE1E25}" type="pres">
      <dgm:prSet presAssocID="{38EDEB1C-752D-456E-80DD-E8481A69B8F7}" presName="textRect" presStyleLbl="revTx" presStyleIdx="1" presStyleCnt="5">
        <dgm:presLayoutVars>
          <dgm:chMax val="1"/>
          <dgm:chPref val="1"/>
        </dgm:presLayoutVars>
      </dgm:prSet>
      <dgm:spPr/>
    </dgm:pt>
    <dgm:pt modelId="{018A72AC-2B79-430B-8486-EDEF90CC2BE2}" type="pres">
      <dgm:prSet presAssocID="{6C438749-A46A-454C-B21C-AF83D10C68C5}" presName="sibTrans" presStyleCnt="0"/>
      <dgm:spPr/>
    </dgm:pt>
    <dgm:pt modelId="{92AA4DD7-1201-49EE-A122-18C8C2321D09}" type="pres">
      <dgm:prSet presAssocID="{00DE3483-1436-4D7D-9604-BEE759416676}" presName="compNode" presStyleCnt="0"/>
      <dgm:spPr/>
    </dgm:pt>
    <dgm:pt modelId="{A0718616-AC83-4DB1-AF86-AB23C5D26C4F}" type="pres">
      <dgm:prSet presAssocID="{00DE3483-1436-4D7D-9604-BEE759416676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B7B76F9-20FE-4169-A0C5-909970A03824}" type="pres">
      <dgm:prSet presAssocID="{00DE3483-1436-4D7D-9604-BEE759416676}" presName="spaceRect" presStyleCnt="0"/>
      <dgm:spPr/>
    </dgm:pt>
    <dgm:pt modelId="{3925EEDE-B3C6-494C-AFC2-C51A75697FBD}" type="pres">
      <dgm:prSet presAssocID="{00DE3483-1436-4D7D-9604-BEE759416676}" presName="textRect" presStyleLbl="revTx" presStyleIdx="2" presStyleCnt="5">
        <dgm:presLayoutVars>
          <dgm:chMax val="1"/>
          <dgm:chPref val="1"/>
        </dgm:presLayoutVars>
      </dgm:prSet>
      <dgm:spPr/>
    </dgm:pt>
    <dgm:pt modelId="{B5966DBB-8F9C-440B-8865-AB93452CE89F}" type="pres">
      <dgm:prSet presAssocID="{1D774DAB-0668-4AB0-8B13-BB7407EE415F}" presName="sibTrans" presStyleCnt="0"/>
      <dgm:spPr/>
    </dgm:pt>
    <dgm:pt modelId="{A65EADC9-E518-4B29-94F8-51C11BB441E1}" type="pres">
      <dgm:prSet presAssocID="{4CAAC4D0-8CF2-433A-A17D-29202562FC4A}" presName="compNode" presStyleCnt="0"/>
      <dgm:spPr/>
    </dgm:pt>
    <dgm:pt modelId="{42318E53-5076-432A-A6CA-D8BA5F8F91E9}" type="pres">
      <dgm:prSet presAssocID="{4CAAC4D0-8CF2-433A-A17D-29202562FC4A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3533B33-2C0D-4278-9EBA-5E218C185723}" type="pres">
      <dgm:prSet presAssocID="{4CAAC4D0-8CF2-433A-A17D-29202562FC4A}" presName="spaceRect" presStyleCnt="0"/>
      <dgm:spPr/>
    </dgm:pt>
    <dgm:pt modelId="{90C5D496-C7B1-4768-83A7-9EDC9D4F180F}" type="pres">
      <dgm:prSet presAssocID="{4CAAC4D0-8CF2-433A-A17D-29202562FC4A}" presName="textRect" presStyleLbl="revTx" presStyleIdx="3" presStyleCnt="5">
        <dgm:presLayoutVars>
          <dgm:chMax val="1"/>
          <dgm:chPref val="1"/>
        </dgm:presLayoutVars>
      </dgm:prSet>
      <dgm:spPr/>
    </dgm:pt>
    <dgm:pt modelId="{CEB7D157-C482-44AE-B279-84457C2A5DCF}" type="pres">
      <dgm:prSet presAssocID="{8CB3A5FD-291E-459A-A491-2149827202F4}" presName="sibTrans" presStyleCnt="0"/>
      <dgm:spPr/>
    </dgm:pt>
    <dgm:pt modelId="{5797CE99-C2A8-4C90-A12A-2EFE0BC19481}" type="pres">
      <dgm:prSet presAssocID="{73C01829-ED9C-44F2-83AB-94BE406D91C9}" presName="compNode" presStyleCnt="0"/>
      <dgm:spPr/>
    </dgm:pt>
    <dgm:pt modelId="{4EF2F9DE-46E1-4CD0-BB39-4AC2747F4A98}" type="pres">
      <dgm:prSet presAssocID="{73C01829-ED9C-44F2-83AB-94BE406D91C9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918F2CD-4338-4116-A8C6-1FBFAE18D987}" type="pres">
      <dgm:prSet presAssocID="{73C01829-ED9C-44F2-83AB-94BE406D91C9}" presName="spaceRect" presStyleCnt="0"/>
      <dgm:spPr/>
    </dgm:pt>
    <dgm:pt modelId="{E00899A7-D915-402D-AC18-A19C039B2728}" type="pres">
      <dgm:prSet presAssocID="{73C01829-ED9C-44F2-83AB-94BE406D91C9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92DBE09-A42F-4D81-A6E7-53F980DFD668}" type="presOf" srcId="{38EDEB1C-752D-456E-80DD-E8481A69B8F7}" destId="{41AD4976-CBFA-4251-9459-A06EC9FE1E25}" srcOrd="0" destOrd="0" presId="urn:microsoft.com/office/officeart/2018/2/layout/IconLabelList"/>
    <dgm:cxn modelId="{5F542F0A-B47F-4E04-94BB-5B79269D463A}" srcId="{BF2F2B0D-D54D-4C07-B187-E128745561D9}" destId="{6C2DEE28-493B-469B-A673-74F0217ABCE2}" srcOrd="0" destOrd="0" parTransId="{182560C3-148C-417A-8F56-CF37DF5104F7}" sibTransId="{683B62CD-C1F6-4D93-9327-B00C6BEF5091}"/>
    <dgm:cxn modelId="{C695570C-2571-4798-987A-A068E09821AC}" srcId="{BF2F2B0D-D54D-4C07-B187-E128745561D9}" destId="{73C01829-ED9C-44F2-83AB-94BE406D91C9}" srcOrd="4" destOrd="0" parTransId="{B38C953D-5A49-4A59-9135-AD20440B0E66}" sibTransId="{145F216B-A3D6-4701-9AA0-3EB99E2AD75C}"/>
    <dgm:cxn modelId="{0701E21F-1021-4444-BDEB-D1577375E81B}" srcId="{BF2F2B0D-D54D-4C07-B187-E128745561D9}" destId="{4CAAC4D0-8CF2-433A-A17D-29202562FC4A}" srcOrd="3" destOrd="0" parTransId="{E47BF858-FFAD-4C53-9633-701A0F0E671E}" sibTransId="{8CB3A5FD-291E-459A-A491-2149827202F4}"/>
    <dgm:cxn modelId="{16AD562D-7897-43D1-A0BF-8C78965AE5F4}" type="presOf" srcId="{00DE3483-1436-4D7D-9604-BEE759416676}" destId="{3925EEDE-B3C6-494C-AFC2-C51A75697FBD}" srcOrd="0" destOrd="0" presId="urn:microsoft.com/office/officeart/2018/2/layout/IconLabelList"/>
    <dgm:cxn modelId="{B4C3CB90-DDD4-4495-BB95-F594A3E72F38}" type="presOf" srcId="{BF2F2B0D-D54D-4C07-B187-E128745561D9}" destId="{5912644B-2813-4710-A764-C9A6EF69619F}" srcOrd="0" destOrd="0" presId="urn:microsoft.com/office/officeart/2018/2/layout/IconLabelList"/>
    <dgm:cxn modelId="{48E844A0-93EB-45CD-B20F-F99F20F058AB}" type="presOf" srcId="{4CAAC4D0-8CF2-433A-A17D-29202562FC4A}" destId="{90C5D496-C7B1-4768-83A7-9EDC9D4F180F}" srcOrd="0" destOrd="0" presId="urn:microsoft.com/office/officeart/2018/2/layout/IconLabelList"/>
    <dgm:cxn modelId="{4F6B5EBB-6452-41D4-9C01-63AE983EEE58}" srcId="{BF2F2B0D-D54D-4C07-B187-E128745561D9}" destId="{38EDEB1C-752D-456E-80DD-E8481A69B8F7}" srcOrd="1" destOrd="0" parTransId="{D7A4A5ED-4D17-47F2-B11C-5251C73CAE2A}" sibTransId="{6C438749-A46A-454C-B21C-AF83D10C68C5}"/>
    <dgm:cxn modelId="{E3CD64C0-CB91-4F06-8B0F-A758E3C926D1}" type="presOf" srcId="{73C01829-ED9C-44F2-83AB-94BE406D91C9}" destId="{E00899A7-D915-402D-AC18-A19C039B2728}" srcOrd="0" destOrd="0" presId="urn:microsoft.com/office/officeart/2018/2/layout/IconLabelList"/>
    <dgm:cxn modelId="{62B1AFC9-DD74-4217-A546-C80F2514508F}" type="presOf" srcId="{6C2DEE28-493B-469B-A673-74F0217ABCE2}" destId="{36C2D50A-2B99-42BC-90AD-385B43BF8B50}" srcOrd="0" destOrd="0" presId="urn:microsoft.com/office/officeart/2018/2/layout/IconLabelList"/>
    <dgm:cxn modelId="{21EA64CB-D9A2-4E6A-AC2C-011EC35D4441}" srcId="{BF2F2B0D-D54D-4C07-B187-E128745561D9}" destId="{00DE3483-1436-4D7D-9604-BEE759416676}" srcOrd="2" destOrd="0" parTransId="{58304F7D-9FC8-471A-A906-298D81FBE895}" sibTransId="{1D774DAB-0668-4AB0-8B13-BB7407EE415F}"/>
    <dgm:cxn modelId="{30B86C48-9DED-4F24-87CD-628C4AAF254D}" type="presParOf" srcId="{5912644B-2813-4710-A764-C9A6EF69619F}" destId="{B151A4E2-E5AD-463B-A36A-EA6FC9861D78}" srcOrd="0" destOrd="0" presId="urn:microsoft.com/office/officeart/2018/2/layout/IconLabelList"/>
    <dgm:cxn modelId="{9A9A7553-2524-47A4-A8C6-F5D4B5CBDAF7}" type="presParOf" srcId="{B151A4E2-E5AD-463B-A36A-EA6FC9861D78}" destId="{5C877781-99E0-4619-A020-E53BC304B5C6}" srcOrd="0" destOrd="0" presId="urn:microsoft.com/office/officeart/2018/2/layout/IconLabelList"/>
    <dgm:cxn modelId="{BEE96A0B-7675-4A5A-A40B-D2CA2882DEBE}" type="presParOf" srcId="{B151A4E2-E5AD-463B-A36A-EA6FC9861D78}" destId="{A19D5162-F0D7-45BE-8D81-0D6576D8F91D}" srcOrd="1" destOrd="0" presId="urn:microsoft.com/office/officeart/2018/2/layout/IconLabelList"/>
    <dgm:cxn modelId="{498A1DF2-1A9A-4FFB-A577-AC5379508EA6}" type="presParOf" srcId="{B151A4E2-E5AD-463B-A36A-EA6FC9861D78}" destId="{36C2D50A-2B99-42BC-90AD-385B43BF8B50}" srcOrd="2" destOrd="0" presId="urn:microsoft.com/office/officeart/2018/2/layout/IconLabelList"/>
    <dgm:cxn modelId="{B85E0C95-FED2-426E-8F71-AA6FB8B88765}" type="presParOf" srcId="{5912644B-2813-4710-A764-C9A6EF69619F}" destId="{27D04F08-24CA-44BC-A784-A9BA86145491}" srcOrd="1" destOrd="0" presId="urn:microsoft.com/office/officeart/2018/2/layout/IconLabelList"/>
    <dgm:cxn modelId="{4C78C3F6-EC9B-42F3-85C9-EF46056D1EB4}" type="presParOf" srcId="{5912644B-2813-4710-A764-C9A6EF69619F}" destId="{964AD0C2-04E3-4E49-9899-C24E76073AB7}" srcOrd="2" destOrd="0" presId="urn:microsoft.com/office/officeart/2018/2/layout/IconLabelList"/>
    <dgm:cxn modelId="{CD405320-7C5B-483D-99A5-20D1E3BE5BC9}" type="presParOf" srcId="{964AD0C2-04E3-4E49-9899-C24E76073AB7}" destId="{DBFBEBF4-0A91-44B1-B75D-6442805B6D53}" srcOrd="0" destOrd="0" presId="urn:microsoft.com/office/officeart/2018/2/layout/IconLabelList"/>
    <dgm:cxn modelId="{765DCA43-0397-413A-B90E-B4AD0FF644FB}" type="presParOf" srcId="{964AD0C2-04E3-4E49-9899-C24E76073AB7}" destId="{7DF0E91D-A5FA-49AF-BB4D-E93ABFFA972A}" srcOrd="1" destOrd="0" presId="urn:microsoft.com/office/officeart/2018/2/layout/IconLabelList"/>
    <dgm:cxn modelId="{8C145C6A-5AAB-48B6-9F8A-B44D02E7C2B8}" type="presParOf" srcId="{964AD0C2-04E3-4E49-9899-C24E76073AB7}" destId="{41AD4976-CBFA-4251-9459-A06EC9FE1E25}" srcOrd="2" destOrd="0" presId="urn:microsoft.com/office/officeart/2018/2/layout/IconLabelList"/>
    <dgm:cxn modelId="{3EF0D107-8CA9-4523-8477-5EF6B6891BE2}" type="presParOf" srcId="{5912644B-2813-4710-A764-C9A6EF69619F}" destId="{018A72AC-2B79-430B-8486-EDEF90CC2BE2}" srcOrd="3" destOrd="0" presId="urn:microsoft.com/office/officeart/2018/2/layout/IconLabelList"/>
    <dgm:cxn modelId="{C2CD2D41-4D18-4A35-9297-79C8CFFEDD9D}" type="presParOf" srcId="{5912644B-2813-4710-A764-C9A6EF69619F}" destId="{92AA4DD7-1201-49EE-A122-18C8C2321D09}" srcOrd="4" destOrd="0" presId="urn:microsoft.com/office/officeart/2018/2/layout/IconLabelList"/>
    <dgm:cxn modelId="{ACAF2BFD-0C95-44E5-BA1B-050FA4FAF45F}" type="presParOf" srcId="{92AA4DD7-1201-49EE-A122-18C8C2321D09}" destId="{A0718616-AC83-4DB1-AF86-AB23C5D26C4F}" srcOrd="0" destOrd="0" presId="urn:microsoft.com/office/officeart/2018/2/layout/IconLabelList"/>
    <dgm:cxn modelId="{8F929086-F308-4883-9112-CA344C78579E}" type="presParOf" srcId="{92AA4DD7-1201-49EE-A122-18C8C2321D09}" destId="{8B7B76F9-20FE-4169-A0C5-909970A03824}" srcOrd="1" destOrd="0" presId="urn:microsoft.com/office/officeart/2018/2/layout/IconLabelList"/>
    <dgm:cxn modelId="{AAA3BD55-619E-48D0-8F2C-7FE8747FA17B}" type="presParOf" srcId="{92AA4DD7-1201-49EE-A122-18C8C2321D09}" destId="{3925EEDE-B3C6-494C-AFC2-C51A75697FBD}" srcOrd="2" destOrd="0" presId="urn:microsoft.com/office/officeart/2018/2/layout/IconLabelList"/>
    <dgm:cxn modelId="{DB83DAD2-55D9-47B5-B488-1B585DBAA866}" type="presParOf" srcId="{5912644B-2813-4710-A764-C9A6EF69619F}" destId="{B5966DBB-8F9C-440B-8865-AB93452CE89F}" srcOrd="5" destOrd="0" presId="urn:microsoft.com/office/officeart/2018/2/layout/IconLabelList"/>
    <dgm:cxn modelId="{97D49FF0-C95F-4E52-9A48-9A0F3FA20A27}" type="presParOf" srcId="{5912644B-2813-4710-A764-C9A6EF69619F}" destId="{A65EADC9-E518-4B29-94F8-51C11BB441E1}" srcOrd="6" destOrd="0" presId="urn:microsoft.com/office/officeart/2018/2/layout/IconLabelList"/>
    <dgm:cxn modelId="{14925B0F-E326-4466-89F5-763F8B2DB4BB}" type="presParOf" srcId="{A65EADC9-E518-4B29-94F8-51C11BB441E1}" destId="{42318E53-5076-432A-A6CA-D8BA5F8F91E9}" srcOrd="0" destOrd="0" presId="urn:microsoft.com/office/officeart/2018/2/layout/IconLabelList"/>
    <dgm:cxn modelId="{BC93D85B-67D5-4DFD-A7F9-17C962BB90ED}" type="presParOf" srcId="{A65EADC9-E518-4B29-94F8-51C11BB441E1}" destId="{E3533B33-2C0D-4278-9EBA-5E218C185723}" srcOrd="1" destOrd="0" presId="urn:microsoft.com/office/officeart/2018/2/layout/IconLabelList"/>
    <dgm:cxn modelId="{EA35F586-5B66-4F5D-88F6-1998A3AD46AA}" type="presParOf" srcId="{A65EADC9-E518-4B29-94F8-51C11BB441E1}" destId="{90C5D496-C7B1-4768-83A7-9EDC9D4F180F}" srcOrd="2" destOrd="0" presId="urn:microsoft.com/office/officeart/2018/2/layout/IconLabelList"/>
    <dgm:cxn modelId="{C20C9351-3435-431B-804C-F7CAF8C1CC25}" type="presParOf" srcId="{5912644B-2813-4710-A764-C9A6EF69619F}" destId="{CEB7D157-C482-44AE-B279-84457C2A5DCF}" srcOrd="7" destOrd="0" presId="urn:microsoft.com/office/officeart/2018/2/layout/IconLabelList"/>
    <dgm:cxn modelId="{BE43979B-3663-449C-9C73-F80F4F982F4C}" type="presParOf" srcId="{5912644B-2813-4710-A764-C9A6EF69619F}" destId="{5797CE99-C2A8-4C90-A12A-2EFE0BC19481}" srcOrd="8" destOrd="0" presId="urn:microsoft.com/office/officeart/2018/2/layout/IconLabelList"/>
    <dgm:cxn modelId="{1CDD4FF6-56B0-4044-AEB2-7165B2178128}" type="presParOf" srcId="{5797CE99-C2A8-4C90-A12A-2EFE0BC19481}" destId="{4EF2F9DE-46E1-4CD0-BB39-4AC2747F4A98}" srcOrd="0" destOrd="0" presId="urn:microsoft.com/office/officeart/2018/2/layout/IconLabelList"/>
    <dgm:cxn modelId="{A4E64A9F-3499-48C0-99E7-085E1ACCB5B8}" type="presParOf" srcId="{5797CE99-C2A8-4C90-A12A-2EFE0BC19481}" destId="{C918F2CD-4338-4116-A8C6-1FBFAE18D987}" srcOrd="1" destOrd="0" presId="urn:microsoft.com/office/officeart/2018/2/layout/IconLabelList"/>
    <dgm:cxn modelId="{1A81074B-AD40-4DD4-8153-64C61CBE6D1A}" type="presParOf" srcId="{5797CE99-C2A8-4C90-A12A-2EFE0BC19481}" destId="{E00899A7-D915-402D-AC18-A19C039B272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ED3A3F8-CE83-41E1-B6F1-569175D09A1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4D3C109-6F94-4033-A13C-103D3D464C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project demonstrates practical data analytics skills.</a:t>
          </a:r>
        </a:p>
      </dgm:t>
    </dgm:pt>
    <dgm:pt modelId="{82383F3A-0FC7-4F6A-8594-90172D662E30}" type="parTrans" cxnId="{89D49B5A-0186-49DA-B827-FA612B138326}">
      <dgm:prSet/>
      <dgm:spPr/>
      <dgm:t>
        <a:bodyPr/>
        <a:lstStyle/>
        <a:p>
          <a:endParaRPr lang="en-US"/>
        </a:p>
      </dgm:t>
    </dgm:pt>
    <dgm:pt modelId="{EB49422E-6219-435A-96FD-B1A2229FC0B7}" type="sibTrans" cxnId="{89D49B5A-0186-49DA-B827-FA612B13832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C8CFE49-4E73-4104-B39E-127C7E243B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Provides experience in SQL, Python, BI tools, and reporting.</a:t>
          </a:r>
        </a:p>
      </dgm:t>
    </dgm:pt>
    <dgm:pt modelId="{57CE16D8-632C-40FE-8FF0-3436B503993E}" type="parTrans" cxnId="{2D0828EA-4B5B-405F-A73B-C235BD7D1023}">
      <dgm:prSet/>
      <dgm:spPr/>
      <dgm:t>
        <a:bodyPr/>
        <a:lstStyle/>
        <a:p>
          <a:endParaRPr lang="en-US"/>
        </a:p>
      </dgm:t>
    </dgm:pt>
    <dgm:pt modelId="{15210615-033A-4690-B9A2-AD607ABF037D}" type="sibTrans" cxnId="{2D0828EA-4B5B-405F-A73B-C235BD7D102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EF814E1-197E-4E05-B6E4-86063718DD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Helps businesses improve operational efficiency.</a:t>
          </a:r>
        </a:p>
      </dgm:t>
    </dgm:pt>
    <dgm:pt modelId="{1A934B92-AC12-4FF4-92A6-37E1A2C4F472}" type="parTrans" cxnId="{5BE837AB-DA7F-4444-ADAB-2D3E9F4A46ED}">
      <dgm:prSet/>
      <dgm:spPr/>
      <dgm:t>
        <a:bodyPr/>
        <a:lstStyle/>
        <a:p>
          <a:endParaRPr lang="en-US"/>
        </a:p>
      </dgm:t>
    </dgm:pt>
    <dgm:pt modelId="{FED66AC5-F1FD-4F77-A229-51A524F6177C}" type="sibTrans" cxnId="{5BE837AB-DA7F-4444-ADAB-2D3E9F4A46E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0ADE1C1-E2E2-47C7-A933-0CEA572077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Creates a professional portfolio-ready analytics solution.</a:t>
          </a:r>
        </a:p>
      </dgm:t>
    </dgm:pt>
    <dgm:pt modelId="{8C79A538-E169-4072-B6B9-4DB57237BB67}" type="parTrans" cxnId="{5EB3FFC3-8978-48DA-948A-1B063B301FF7}">
      <dgm:prSet/>
      <dgm:spPr/>
      <dgm:t>
        <a:bodyPr/>
        <a:lstStyle/>
        <a:p>
          <a:endParaRPr lang="en-US"/>
        </a:p>
      </dgm:t>
    </dgm:pt>
    <dgm:pt modelId="{87553A6B-51A6-45C6-BC4C-8792609C3F15}" type="sibTrans" cxnId="{5EB3FFC3-8978-48DA-948A-1B063B301FF7}">
      <dgm:prSet/>
      <dgm:spPr/>
      <dgm:t>
        <a:bodyPr/>
        <a:lstStyle/>
        <a:p>
          <a:endParaRPr lang="en-US"/>
        </a:p>
      </dgm:t>
    </dgm:pt>
    <dgm:pt modelId="{4105F61E-2FFC-42FD-99A1-6098C84DDEE1}" type="pres">
      <dgm:prSet presAssocID="{0ED3A3F8-CE83-41E1-B6F1-569175D09A18}" presName="root" presStyleCnt="0">
        <dgm:presLayoutVars>
          <dgm:dir/>
          <dgm:resizeHandles val="exact"/>
        </dgm:presLayoutVars>
      </dgm:prSet>
      <dgm:spPr/>
    </dgm:pt>
    <dgm:pt modelId="{6373809C-EB0D-424D-8EDB-201AEEB03C3F}" type="pres">
      <dgm:prSet presAssocID="{0ED3A3F8-CE83-41E1-B6F1-569175D09A18}" presName="container" presStyleCnt="0">
        <dgm:presLayoutVars>
          <dgm:dir/>
          <dgm:resizeHandles val="exact"/>
        </dgm:presLayoutVars>
      </dgm:prSet>
      <dgm:spPr/>
    </dgm:pt>
    <dgm:pt modelId="{A93AE8E2-7E8B-4D2F-A626-309860E012ED}" type="pres">
      <dgm:prSet presAssocID="{D4D3C109-6F94-4033-A13C-103D3D464C8B}" presName="compNode" presStyleCnt="0"/>
      <dgm:spPr/>
    </dgm:pt>
    <dgm:pt modelId="{3F63BF5A-038A-489E-AEE0-15F51F4DDD23}" type="pres">
      <dgm:prSet presAssocID="{D4D3C109-6F94-4033-A13C-103D3D464C8B}" presName="iconBgRect" presStyleLbl="bgShp" presStyleIdx="0" presStyleCnt="4"/>
      <dgm:spPr/>
    </dgm:pt>
    <dgm:pt modelId="{05668C11-FF3D-474C-9E7A-7A7B4B9C6B34}" type="pres">
      <dgm:prSet presAssocID="{D4D3C109-6F94-4033-A13C-103D3D464C8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F31A44E7-5CF6-4CD4-9C6F-1C4E68C21EC5}" type="pres">
      <dgm:prSet presAssocID="{D4D3C109-6F94-4033-A13C-103D3D464C8B}" presName="spaceRect" presStyleCnt="0"/>
      <dgm:spPr/>
    </dgm:pt>
    <dgm:pt modelId="{50AD2637-64F2-4285-A5C8-3AF1FE618B4D}" type="pres">
      <dgm:prSet presAssocID="{D4D3C109-6F94-4033-A13C-103D3D464C8B}" presName="textRect" presStyleLbl="revTx" presStyleIdx="0" presStyleCnt="4">
        <dgm:presLayoutVars>
          <dgm:chMax val="1"/>
          <dgm:chPref val="1"/>
        </dgm:presLayoutVars>
      </dgm:prSet>
      <dgm:spPr/>
    </dgm:pt>
    <dgm:pt modelId="{6AF7671D-AA5E-45E2-B853-C3012B24E9A8}" type="pres">
      <dgm:prSet presAssocID="{EB49422E-6219-435A-96FD-B1A2229FC0B7}" presName="sibTrans" presStyleLbl="sibTrans2D1" presStyleIdx="0" presStyleCnt="0"/>
      <dgm:spPr/>
    </dgm:pt>
    <dgm:pt modelId="{F0B05101-CCEC-4359-8C4F-40048022F82A}" type="pres">
      <dgm:prSet presAssocID="{7C8CFE49-4E73-4104-B39E-127C7E243BFE}" presName="compNode" presStyleCnt="0"/>
      <dgm:spPr/>
    </dgm:pt>
    <dgm:pt modelId="{34D316D0-2759-4E9B-AA67-6116B828611B}" type="pres">
      <dgm:prSet presAssocID="{7C8CFE49-4E73-4104-B39E-127C7E243BFE}" presName="iconBgRect" presStyleLbl="bgShp" presStyleIdx="1" presStyleCnt="4"/>
      <dgm:spPr/>
    </dgm:pt>
    <dgm:pt modelId="{121A321B-129F-4D1F-B1B0-AC29176B161E}" type="pres">
      <dgm:prSet presAssocID="{7C8CFE49-4E73-4104-B39E-127C7E243BF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E628AFF-5DE7-4E2D-BDD3-9D13192E0111}" type="pres">
      <dgm:prSet presAssocID="{7C8CFE49-4E73-4104-B39E-127C7E243BFE}" presName="spaceRect" presStyleCnt="0"/>
      <dgm:spPr/>
    </dgm:pt>
    <dgm:pt modelId="{56912593-73B2-4A98-8444-4E5D52AD68BE}" type="pres">
      <dgm:prSet presAssocID="{7C8CFE49-4E73-4104-B39E-127C7E243BFE}" presName="textRect" presStyleLbl="revTx" presStyleIdx="1" presStyleCnt="4">
        <dgm:presLayoutVars>
          <dgm:chMax val="1"/>
          <dgm:chPref val="1"/>
        </dgm:presLayoutVars>
      </dgm:prSet>
      <dgm:spPr/>
    </dgm:pt>
    <dgm:pt modelId="{1C8F508C-D79D-4859-884D-74D794840665}" type="pres">
      <dgm:prSet presAssocID="{15210615-033A-4690-B9A2-AD607ABF037D}" presName="sibTrans" presStyleLbl="sibTrans2D1" presStyleIdx="0" presStyleCnt="0"/>
      <dgm:spPr/>
    </dgm:pt>
    <dgm:pt modelId="{F63A4E1A-EECB-4AD3-8E6D-E5DA046535A0}" type="pres">
      <dgm:prSet presAssocID="{3EF814E1-197E-4E05-B6E4-86063718DDBC}" presName="compNode" presStyleCnt="0"/>
      <dgm:spPr/>
    </dgm:pt>
    <dgm:pt modelId="{657CE1E1-8D86-41B5-837F-D1E0173BDA0C}" type="pres">
      <dgm:prSet presAssocID="{3EF814E1-197E-4E05-B6E4-86063718DDBC}" presName="iconBgRect" presStyleLbl="bgShp" presStyleIdx="2" presStyleCnt="4"/>
      <dgm:spPr/>
    </dgm:pt>
    <dgm:pt modelId="{AFF21B87-3F70-43D3-A1A6-CD6691F265E5}" type="pres">
      <dgm:prSet presAssocID="{3EF814E1-197E-4E05-B6E4-86063718DDB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48E962D1-C91D-4DA1-9435-1F8B19204ACF}" type="pres">
      <dgm:prSet presAssocID="{3EF814E1-197E-4E05-B6E4-86063718DDBC}" presName="spaceRect" presStyleCnt="0"/>
      <dgm:spPr/>
    </dgm:pt>
    <dgm:pt modelId="{5E90FD6E-DFC7-4D80-8483-6533D00E2C13}" type="pres">
      <dgm:prSet presAssocID="{3EF814E1-197E-4E05-B6E4-86063718DDBC}" presName="textRect" presStyleLbl="revTx" presStyleIdx="2" presStyleCnt="4">
        <dgm:presLayoutVars>
          <dgm:chMax val="1"/>
          <dgm:chPref val="1"/>
        </dgm:presLayoutVars>
      </dgm:prSet>
      <dgm:spPr/>
    </dgm:pt>
    <dgm:pt modelId="{B96F432C-D881-4CF1-9D2F-C9F8D028B772}" type="pres">
      <dgm:prSet presAssocID="{FED66AC5-F1FD-4F77-A229-51A524F6177C}" presName="sibTrans" presStyleLbl="sibTrans2D1" presStyleIdx="0" presStyleCnt="0"/>
      <dgm:spPr/>
    </dgm:pt>
    <dgm:pt modelId="{8F5AB085-71E7-4517-A315-A78832FFE8B3}" type="pres">
      <dgm:prSet presAssocID="{C0ADE1C1-E2E2-47C7-A933-0CEA57207723}" presName="compNode" presStyleCnt="0"/>
      <dgm:spPr/>
    </dgm:pt>
    <dgm:pt modelId="{6ABE6D68-3021-424A-8A9A-388341EB2C8B}" type="pres">
      <dgm:prSet presAssocID="{C0ADE1C1-E2E2-47C7-A933-0CEA57207723}" presName="iconBgRect" presStyleLbl="bgShp" presStyleIdx="3" presStyleCnt="4"/>
      <dgm:spPr/>
    </dgm:pt>
    <dgm:pt modelId="{953465C9-9A1E-4FC1-8217-C0975DA421B0}" type="pres">
      <dgm:prSet presAssocID="{C0ADE1C1-E2E2-47C7-A933-0CEA5720772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0002B8C-672F-4976-8353-C4C5FB4C1AF8}" type="pres">
      <dgm:prSet presAssocID="{C0ADE1C1-E2E2-47C7-A933-0CEA57207723}" presName="spaceRect" presStyleCnt="0"/>
      <dgm:spPr/>
    </dgm:pt>
    <dgm:pt modelId="{902D7ACE-D11E-41B5-ABDD-1A3B70D34B57}" type="pres">
      <dgm:prSet presAssocID="{C0ADE1C1-E2E2-47C7-A933-0CEA5720772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BAA2F09-BE37-42FA-8411-2D409E342C4B}" type="presOf" srcId="{D4D3C109-6F94-4033-A13C-103D3D464C8B}" destId="{50AD2637-64F2-4285-A5C8-3AF1FE618B4D}" srcOrd="0" destOrd="0" presId="urn:microsoft.com/office/officeart/2018/2/layout/IconCircleList"/>
    <dgm:cxn modelId="{08BE2016-BB82-4E81-92CA-CD291607A904}" type="presOf" srcId="{FED66AC5-F1FD-4F77-A229-51A524F6177C}" destId="{B96F432C-D881-4CF1-9D2F-C9F8D028B772}" srcOrd="0" destOrd="0" presId="urn:microsoft.com/office/officeart/2018/2/layout/IconCircleList"/>
    <dgm:cxn modelId="{25FF572E-444A-4980-A646-15B752DC5A2C}" type="presOf" srcId="{EB49422E-6219-435A-96FD-B1A2229FC0B7}" destId="{6AF7671D-AA5E-45E2-B853-C3012B24E9A8}" srcOrd="0" destOrd="0" presId="urn:microsoft.com/office/officeart/2018/2/layout/IconCircleList"/>
    <dgm:cxn modelId="{F2E25E3B-91CA-4F80-BA00-4828FBAE0105}" type="presOf" srcId="{7C8CFE49-4E73-4104-B39E-127C7E243BFE}" destId="{56912593-73B2-4A98-8444-4E5D52AD68BE}" srcOrd="0" destOrd="0" presId="urn:microsoft.com/office/officeart/2018/2/layout/IconCircleList"/>
    <dgm:cxn modelId="{73F1FD3E-9F93-4F16-8A67-E91CD4483279}" type="presOf" srcId="{C0ADE1C1-E2E2-47C7-A933-0CEA57207723}" destId="{902D7ACE-D11E-41B5-ABDD-1A3B70D34B57}" srcOrd="0" destOrd="0" presId="urn:microsoft.com/office/officeart/2018/2/layout/IconCircleList"/>
    <dgm:cxn modelId="{42BC525A-5033-42B8-AC86-62526158EDF4}" type="presOf" srcId="{3EF814E1-197E-4E05-B6E4-86063718DDBC}" destId="{5E90FD6E-DFC7-4D80-8483-6533D00E2C13}" srcOrd="0" destOrd="0" presId="urn:microsoft.com/office/officeart/2018/2/layout/IconCircleList"/>
    <dgm:cxn modelId="{89D49B5A-0186-49DA-B827-FA612B138326}" srcId="{0ED3A3F8-CE83-41E1-B6F1-569175D09A18}" destId="{D4D3C109-6F94-4033-A13C-103D3D464C8B}" srcOrd="0" destOrd="0" parTransId="{82383F3A-0FC7-4F6A-8594-90172D662E30}" sibTransId="{EB49422E-6219-435A-96FD-B1A2229FC0B7}"/>
    <dgm:cxn modelId="{C0557487-A835-4CBB-A13D-7A32D456B0A2}" type="presOf" srcId="{0ED3A3F8-CE83-41E1-B6F1-569175D09A18}" destId="{4105F61E-2FFC-42FD-99A1-6098C84DDEE1}" srcOrd="0" destOrd="0" presId="urn:microsoft.com/office/officeart/2018/2/layout/IconCircleList"/>
    <dgm:cxn modelId="{5BE837AB-DA7F-4444-ADAB-2D3E9F4A46ED}" srcId="{0ED3A3F8-CE83-41E1-B6F1-569175D09A18}" destId="{3EF814E1-197E-4E05-B6E4-86063718DDBC}" srcOrd="2" destOrd="0" parTransId="{1A934B92-AC12-4FF4-92A6-37E1A2C4F472}" sibTransId="{FED66AC5-F1FD-4F77-A229-51A524F6177C}"/>
    <dgm:cxn modelId="{5EB3FFC3-8978-48DA-948A-1B063B301FF7}" srcId="{0ED3A3F8-CE83-41E1-B6F1-569175D09A18}" destId="{C0ADE1C1-E2E2-47C7-A933-0CEA57207723}" srcOrd="3" destOrd="0" parTransId="{8C79A538-E169-4072-B6B9-4DB57237BB67}" sibTransId="{87553A6B-51A6-45C6-BC4C-8792609C3F15}"/>
    <dgm:cxn modelId="{886BE4D8-E9B7-42ED-AB8A-A5F33205EA7F}" type="presOf" srcId="{15210615-033A-4690-B9A2-AD607ABF037D}" destId="{1C8F508C-D79D-4859-884D-74D794840665}" srcOrd="0" destOrd="0" presId="urn:microsoft.com/office/officeart/2018/2/layout/IconCircleList"/>
    <dgm:cxn modelId="{2D0828EA-4B5B-405F-A73B-C235BD7D1023}" srcId="{0ED3A3F8-CE83-41E1-B6F1-569175D09A18}" destId="{7C8CFE49-4E73-4104-B39E-127C7E243BFE}" srcOrd="1" destOrd="0" parTransId="{57CE16D8-632C-40FE-8FF0-3436B503993E}" sibTransId="{15210615-033A-4690-B9A2-AD607ABF037D}"/>
    <dgm:cxn modelId="{542AEC34-2970-4327-BD6C-D95617DB260F}" type="presParOf" srcId="{4105F61E-2FFC-42FD-99A1-6098C84DDEE1}" destId="{6373809C-EB0D-424D-8EDB-201AEEB03C3F}" srcOrd="0" destOrd="0" presId="urn:microsoft.com/office/officeart/2018/2/layout/IconCircleList"/>
    <dgm:cxn modelId="{1A3AD27F-38E8-4592-AB89-1E09773BE43E}" type="presParOf" srcId="{6373809C-EB0D-424D-8EDB-201AEEB03C3F}" destId="{A93AE8E2-7E8B-4D2F-A626-309860E012ED}" srcOrd="0" destOrd="0" presId="urn:microsoft.com/office/officeart/2018/2/layout/IconCircleList"/>
    <dgm:cxn modelId="{1EB9BAEA-7190-428E-82A9-A0C42CA2C92B}" type="presParOf" srcId="{A93AE8E2-7E8B-4D2F-A626-309860E012ED}" destId="{3F63BF5A-038A-489E-AEE0-15F51F4DDD23}" srcOrd="0" destOrd="0" presId="urn:microsoft.com/office/officeart/2018/2/layout/IconCircleList"/>
    <dgm:cxn modelId="{A07015AB-0996-486B-923F-708B1DC746C8}" type="presParOf" srcId="{A93AE8E2-7E8B-4D2F-A626-309860E012ED}" destId="{05668C11-FF3D-474C-9E7A-7A7B4B9C6B34}" srcOrd="1" destOrd="0" presId="urn:microsoft.com/office/officeart/2018/2/layout/IconCircleList"/>
    <dgm:cxn modelId="{59EF455E-6626-44F6-8CEF-93195CD65FC6}" type="presParOf" srcId="{A93AE8E2-7E8B-4D2F-A626-309860E012ED}" destId="{F31A44E7-5CF6-4CD4-9C6F-1C4E68C21EC5}" srcOrd="2" destOrd="0" presId="urn:microsoft.com/office/officeart/2018/2/layout/IconCircleList"/>
    <dgm:cxn modelId="{2449C570-FCF0-4750-9B9F-5E22091F0CBB}" type="presParOf" srcId="{A93AE8E2-7E8B-4D2F-A626-309860E012ED}" destId="{50AD2637-64F2-4285-A5C8-3AF1FE618B4D}" srcOrd="3" destOrd="0" presId="urn:microsoft.com/office/officeart/2018/2/layout/IconCircleList"/>
    <dgm:cxn modelId="{5E54C2FB-5B61-4600-84C2-4B0A54A26D68}" type="presParOf" srcId="{6373809C-EB0D-424D-8EDB-201AEEB03C3F}" destId="{6AF7671D-AA5E-45E2-B853-C3012B24E9A8}" srcOrd="1" destOrd="0" presId="urn:microsoft.com/office/officeart/2018/2/layout/IconCircleList"/>
    <dgm:cxn modelId="{F1B8F4E9-49BB-432A-850F-3535AC0A2364}" type="presParOf" srcId="{6373809C-EB0D-424D-8EDB-201AEEB03C3F}" destId="{F0B05101-CCEC-4359-8C4F-40048022F82A}" srcOrd="2" destOrd="0" presId="urn:microsoft.com/office/officeart/2018/2/layout/IconCircleList"/>
    <dgm:cxn modelId="{4AD1A980-C5EF-4749-9DBD-AB2E7F3F3672}" type="presParOf" srcId="{F0B05101-CCEC-4359-8C4F-40048022F82A}" destId="{34D316D0-2759-4E9B-AA67-6116B828611B}" srcOrd="0" destOrd="0" presId="urn:microsoft.com/office/officeart/2018/2/layout/IconCircleList"/>
    <dgm:cxn modelId="{967E2499-EFD8-453A-8C16-94F380B916AC}" type="presParOf" srcId="{F0B05101-CCEC-4359-8C4F-40048022F82A}" destId="{121A321B-129F-4D1F-B1B0-AC29176B161E}" srcOrd="1" destOrd="0" presId="urn:microsoft.com/office/officeart/2018/2/layout/IconCircleList"/>
    <dgm:cxn modelId="{C89B5539-DE3E-44FD-B7DF-9578D33ECCC5}" type="presParOf" srcId="{F0B05101-CCEC-4359-8C4F-40048022F82A}" destId="{3E628AFF-5DE7-4E2D-BDD3-9D13192E0111}" srcOrd="2" destOrd="0" presId="urn:microsoft.com/office/officeart/2018/2/layout/IconCircleList"/>
    <dgm:cxn modelId="{9E7C875D-A327-4392-B79A-A7631199BB63}" type="presParOf" srcId="{F0B05101-CCEC-4359-8C4F-40048022F82A}" destId="{56912593-73B2-4A98-8444-4E5D52AD68BE}" srcOrd="3" destOrd="0" presId="urn:microsoft.com/office/officeart/2018/2/layout/IconCircleList"/>
    <dgm:cxn modelId="{14421065-07D0-4AE9-AC75-B4A402FF3734}" type="presParOf" srcId="{6373809C-EB0D-424D-8EDB-201AEEB03C3F}" destId="{1C8F508C-D79D-4859-884D-74D794840665}" srcOrd="3" destOrd="0" presId="urn:microsoft.com/office/officeart/2018/2/layout/IconCircleList"/>
    <dgm:cxn modelId="{045F9E74-3057-4E3C-8FC9-93E2E263F0D5}" type="presParOf" srcId="{6373809C-EB0D-424D-8EDB-201AEEB03C3F}" destId="{F63A4E1A-EECB-4AD3-8E6D-E5DA046535A0}" srcOrd="4" destOrd="0" presId="urn:microsoft.com/office/officeart/2018/2/layout/IconCircleList"/>
    <dgm:cxn modelId="{CE2E3D64-D480-474F-8B01-10B7D989B2B2}" type="presParOf" srcId="{F63A4E1A-EECB-4AD3-8E6D-E5DA046535A0}" destId="{657CE1E1-8D86-41B5-837F-D1E0173BDA0C}" srcOrd="0" destOrd="0" presId="urn:microsoft.com/office/officeart/2018/2/layout/IconCircleList"/>
    <dgm:cxn modelId="{637C9CFC-BD77-4988-B754-99C12296B27B}" type="presParOf" srcId="{F63A4E1A-EECB-4AD3-8E6D-E5DA046535A0}" destId="{AFF21B87-3F70-43D3-A1A6-CD6691F265E5}" srcOrd="1" destOrd="0" presId="urn:microsoft.com/office/officeart/2018/2/layout/IconCircleList"/>
    <dgm:cxn modelId="{EEAA8892-CEBB-43EA-BD00-969DE7E041D6}" type="presParOf" srcId="{F63A4E1A-EECB-4AD3-8E6D-E5DA046535A0}" destId="{48E962D1-C91D-4DA1-9435-1F8B19204ACF}" srcOrd="2" destOrd="0" presId="urn:microsoft.com/office/officeart/2018/2/layout/IconCircleList"/>
    <dgm:cxn modelId="{FD751F20-4084-477C-9C7D-1CF78C8290EE}" type="presParOf" srcId="{F63A4E1A-EECB-4AD3-8E6D-E5DA046535A0}" destId="{5E90FD6E-DFC7-4D80-8483-6533D00E2C13}" srcOrd="3" destOrd="0" presId="urn:microsoft.com/office/officeart/2018/2/layout/IconCircleList"/>
    <dgm:cxn modelId="{1E34B2D1-B776-4E87-BEFD-82307A071C9F}" type="presParOf" srcId="{6373809C-EB0D-424D-8EDB-201AEEB03C3F}" destId="{B96F432C-D881-4CF1-9D2F-C9F8D028B772}" srcOrd="5" destOrd="0" presId="urn:microsoft.com/office/officeart/2018/2/layout/IconCircleList"/>
    <dgm:cxn modelId="{15A5A6ED-A2BA-4541-9248-BC12EDC95577}" type="presParOf" srcId="{6373809C-EB0D-424D-8EDB-201AEEB03C3F}" destId="{8F5AB085-71E7-4517-A315-A78832FFE8B3}" srcOrd="6" destOrd="0" presId="urn:microsoft.com/office/officeart/2018/2/layout/IconCircleList"/>
    <dgm:cxn modelId="{D401C248-C0ED-4C8B-A24D-85F48585A5F4}" type="presParOf" srcId="{8F5AB085-71E7-4517-A315-A78832FFE8B3}" destId="{6ABE6D68-3021-424A-8A9A-388341EB2C8B}" srcOrd="0" destOrd="0" presId="urn:microsoft.com/office/officeart/2018/2/layout/IconCircleList"/>
    <dgm:cxn modelId="{FFC788DB-6E73-4FB5-A259-42AFEBD0D511}" type="presParOf" srcId="{8F5AB085-71E7-4517-A315-A78832FFE8B3}" destId="{953465C9-9A1E-4FC1-8217-C0975DA421B0}" srcOrd="1" destOrd="0" presId="urn:microsoft.com/office/officeart/2018/2/layout/IconCircleList"/>
    <dgm:cxn modelId="{50DBBD40-1018-45DC-B057-E300E140795C}" type="presParOf" srcId="{8F5AB085-71E7-4517-A315-A78832FFE8B3}" destId="{70002B8C-672F-4976-8353-C4C5FB4C1AF8}" srcOrd="2" destOrd="0" presId="urn:microsoft.com/office/officeart/2018/2/layout/IconCircleList"/>
    <dgm:cxn modelId="{E0D90675-FEAF-40F6-9C15-2A2A531C7CC9}" type="presParOf" srcId="{8F5AB085-71E7-4517-A315-A78832FFE8B3}" destId="{902D7ACE-D11E-41B5-ABDD-1A3B70D34B5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E1DF78-EE39-41E2-B54F-4DCC33C855BC}">
      <dsp:nvSpPr>
        <dsp:cNvPr id="0" name=""/>
        <dsp:cNvSpPr/>
      </dsp:nvSpPr>
      <dsp:spPr>
        <a:xfrm>
          <a:off x="580755" y="86509"/>
          <a:ext cx="1540588" cy="154058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F6671B-3DF2-4939-BF34-E66B0F9A80B5}">
      <dsp:nvSpPr>
        <dsp:cNvPr id="0" name=""/>
        <dsp:cNvSpPr/>
      </dsp:nvSpPr>
      <dsp:spPr>
        <a:xfrm>
          <a:off x="909078" y="414832"/>
          <a:ext cx="883944" cy="8839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DBA2C2-E2CC-4B07-ABFD-FB77CDB27C73}">
      <dsp:nvSpPr>
        <dsp:cNvPr id="0" name=""/>
        <dsp:cNvSpPr/>
      </dsp:nvSpPr>
      <dsp:spPr>
        <a:xfrm>
          <a:off x="88272" y="2106954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Objective: Build an end-to-end analytics pipeline for retail sales and inventory management.</a:t>
          </a:r>
        </a:p>
      </dsp:txBody>
      <dsp:txXfrm>
        <a:off x="88272" y="2106954"/>
        <a:ext cx="2525555" cy="720000"/>
      </dsp:txXfrm>
    </dsp:sp>
    <dsp:sp modelId="{FD33634C-0455-4604-971C-230721F373FE}">
      <dsp:nvSpPr>
        <dsp:cNvPr id="0" name=""/>
        <dsp:cNvSpPr/>
      </dsp:nvSpPr>
      <dsp:spPr>
        <a:xfrm>
          <a:off x="3548283" y="86509"/>
          <a:ext cx="1540588" cy="154058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4CD713-2F70-4243-8207-10110E039854}">
      <dsp:nvSpPr>
        <dsp:cNvPr id="0" name=""/>
        <dsp:cNvSpPr/>
      </dsp:nvSpPr>
      <dsp:spPr>
        <a:xfrm>
          <a:off x="3876605" y="414832"/>
          <a:ext cx="883944" cy="8839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3032ED-3F93-4302-9841-BA26ADB1530E}">
      <dsp:nvSpPr>
        <dsp:cNvPr id="0" name=""/>
        <dsp:cNvSpPr/>
      </dsp:nvSpPr>
      <dsp:spPr>
        <a:xfrm>
          <a:off x="3055800" y="2106954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Combine offline POS and online sales data into a centralized dashboard.</a:t>
          </a:r>
        </a:p>
      </dsp:txBody>
      <dsp:txXfrm>
        <a:off x="3055800" y="2106954"/>
        <a:ext cx="2525555" cy="720000"/>
      </dsp:txXfrm>
    </dsp:sp>
    <dsp:sp modelId="{AFFD4DD8-7DD6-439B-A46B-4F40A41F4B2E}">
      <dsp:nvSpPr>
        <dsp:cNvPr id="0" name=""/>
        <dsp:cNvSpPr/>
      </dsp:nvSpPr>
      <dsp:spPr>
        <a:xfrm>
          <a:off x="580755" y="3458342"/>
          <a:ext cx="1540588" cy="154058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22D1C1-AE01-4F15-A8AA-CDE249DC62B2}">
      <dsp:nvSpPr>
        <dsp:cNvPr id="0" name=""/>
        <dsp:cNvSpPr/>
      </dsp:nvSpPr>
      <dsp:spPr>
        <a:xfrm>
          <a:off x="909078" y="3786665"/>
          <a:ext cx="883944" cy="8839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8D6245-4C7B-4B68-B2CD-F0DAEA06B27A}">
      <dsp:nvSpPr>
        <dsp:cNvPr id="0" name=""/>
        <dsp:cNvSpPr/>
      </dsp:nvSpPr>
      <dsp:spPr>
        <a:xfrm>
          <a:off x="88272" y="5478787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Provide actionable insights for business decision-making.</a:t>
          </a:r>
        </a:p>
      </dsp:txBody>
      <dsp:txXfrm>
        <a:off x="88272" y="5478787"/>
        <a:ext cx="2525555" cy="720000"/>
      </dsp:txXfrm>
    </dsp:sp>
    <dsp:sp modelId="{B0F6A6F8-21B4-4F4C-AF54-E74CEC6B86A1}">
      <dsp:nvSpPr>
        <dsp:cNvPr id="0" name=""/>
        <dsp:cNvSpPr/>
      </dsp:nvSpPr>
      <dsp:spPr>
        <a:xfrm>
          <a:off x="3548283" y="3458342"/>
          <a:ext cx="1540588" cy="154058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602DA2-58F4-44EB-B65F-6B3D73D92B04}">
      <dsp:nvSpPr>
        <dsp:cNvPr id="0" name=""/>
        <dsp:cNvSpPr/>
      </dsp:nvSpPr>
      <dsp:spPr>
        <a:xfrm>
          <a:off x="3876605" y="3786665"/>
          <a:ext cx="883944" cy="8839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A18D4C-682D-45DB-B02B-41180F91B99C}">
      <dsp:nvSpPr>
        <dsp:cNvPr id="0" name=""/>
        <dsp:cNvSpPr/>
      </dsp:nvSpPr>
      <dsp:spPr>
        <a:xfrm>
          <a:off x="3055800" y="5478787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Improve inventory optimization and revenue tracking.</a:t>
          </a:r>
        </a:p>
      </dsp:txBody>
      <dsp:txXfrm>
        <a:off x="3055800" y="5478787"/>
        <a:ext cx="252555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9FEE01-2C25-48EB-AEA4-4D44849739B2}">
      <dsp:nvSpPr>
        <dsp:cNvPr id="0" name=""/>
        <dsp:cNvSpPr/>
      </dsp:nvSpPr>
      <dsp:spPr>
        <a:xfrm>
          <a:off x="782800" y="593336"/>
          <a:ext cx="1136499" cy="11364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8E9D17-DAD4-41AD-95BD-F87767B0C9BF}">
      <dsp:nvSpPr>
        <dsp:cNvPr id="0" name=""/>
        <dsp:cNvSpPr/>
      </dsp:nvSpPr>
      <dsp:spPr>
        <a:xfrm>
          <a:off x="88272" y="2106954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Retail businesses face fragmented sales data across multiple channels.</a:t>
          </a:r>
        </a:p>
      </dsp:txBody>
      <dsp:txXfrm>
        <a:off x="88272" y="2106954"/>
        <a:ext cx="2525555" cy="720000"/>
      </dsp:txXfrm>
    </dsp:sp>
    <dsp:sp modelId="{D66BF0F6-C75C-416E-BAFF-4EC9574EAE83}">
      <dsp:nvSpPr>
        <dsp:cNvPr id="0" name=""/>
        <dsp:cNvSpPr/>
      </dsp:nvSpPr>
      <dsp:spPr>
        <a:xfrm>
          <a:off x="3750327" y="593336"/>
          <a:ext cx="1136499" cy="11364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00392E-556C-46F6-A0EC-15405A2F3F53}">
      <dsp:nvSpPr>
        <dsp:cNvPr id="0" name=""/>
        <dsp:cNvSpPr/>
      </dsp:nvSpPr>
      <dsp:spPr>
        <a:xfrm>
          <a:off x="3055800" y="2106954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Difficulty tracking overall sales performance and inventory trends.</a:t>
          </a:r>
        </a:p>
      </dsp:txBody>
      <dsp:txXfrm>
        <a:off x="3055800" y="2106954"/>
        <a:ext cx="2525555" cy="720000"/>
      </dsp:txXfrm>
    </dsp:sp>
    <dsp:sp modelId="{0AAACEBF-F2D6-4CF2-89C0-2A07DC653E74}">
      <dsp:nvSpPr>
        <dsp:cNvPr id="0" name=""/>
        <dsp:cNvSpPr/>
      </dsp:nvSpPr>
      <dsp:spPr>
        <a:xfrm>
          <a:off x="782800" y="3458342"/>
          <a:ext cx="1136499" cy="11364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4DD22F-C70C-486F-82E7-E0C8C492AFE1}">
      <dsp:nvSpPr>
        <dsp:cNvPr id="0" name=""/>
        <dsp:cNvSpPr/>
      </dsp:nvSpPr>
      <dsp:spPr>
        <a:xfrm>
          <a:off x="88272" y="4971960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Lack of centralized analytics causes poor forecasting and stock management.</a:t>
          </a:r>
        </a:p>
      </dsp:txBody>
      <dsp:txXfrm>
        <a:off x="88272" y="4971960"/>
        <a:ext cx="2525555" cy="720000"/>
      </dsp:txXfrm>
    </dsp:sp>
    <dsp:sp modelId="{913B3D26-38EF-46FC-A62E-C797178669A3}">
      <dsp:nvSpPr>
        <dsp:cNvPr id="0" name=""/>
        <dsp:cNvSpPr/>
      </dsp:nvSpPr>
      <dsp:spPr>
        <a:xfrm>
          <a:off x="3750327" y="3458342"/>
          <a:ext cx="1136499" cy="11364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B2959-4629-49DC-B390-10227A1A1DD9}">
      <dsp:nvSpPr>
        <dsp:cNvPr id="0" name=""/>
        <dsp:cNvSpPr/>
      </dsp:nvSpPr>
      <dsp:spPr>
        <a:xfrm>
          <a:off x="3055800" y="4971960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project solves these issues through unified analytics and visualization.</a:t>
          </a:r>
        </a:p>
      </dsp:txBody>
      <dsp:txXfrm>
        <a:off x="3055800" y="4971960"/>
        <a:ext cx="2525555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4A4143-822E-41E1-B3F9-ECCDC416A29D}">
      <dsp:nvSpPr>
        <dsp:cNvPr id="0" name=""/>
        <dsp:cNvSpPr/>
      </dsp:nvSpPr>
      <dsp:spPr>
        <a:xfrm>
          <a:off x="467392" y="1196929"/>
          <a:ext cx="760957" cy="7609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5048E8-CEFB-4834-A68D-8CFAF7301DEA}">
      <dsp:nvSpPr>
        <dsp:cNvPr id="0" name=""/>
        <dsp:cNvSpPr/>
      </dsp:nvSpPr>
      <dsp:spPr>
        <a:xfrm>
          <a:off x="2362" y="2254865"/>
          <a:ext cx="1691015" cy="676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Track Total Sales and Revenue trends.</a:t>
          </a:r>
        </a:p>
      </dsp:txBody>
      <dsp:txXfrm>
        <a:off x="2362" y="2254865"/>
        <a:ext cx="1691015" cy="676406"/>
      </dsp:txXfrm>
    </dsp:sp>
    <dsp:sp modelId="{BB853AE1-E779-4C2A-B981-498B283C6C03}">
      <dsp:nvSpPr>
        <dsp:cNvPr id="0" name=""/>
        <dsp:cNvSpPr/>
      </dsp:nvSpPr>
      <dsp:spPr>
        <a:xfrm>
          <a:off x="2454335" y="1196929"/>
          <a:ext cx="760957" cy="7609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1E1D81-4144-431E-87F6-86774B302739}">
      <dsp:nvSpPr>
        <dsp:cNvPr id="0" name=""/>
        <dsp:cNvSpPr/>
      </dsp:nvSpPr>
      <dsp:spPr>
        <a:xfrm>
          <a:off x="1989306" y="2254865"/>
          <a:ext cx="1691015" cy="676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Calculate Average Revenue per Order.</a:t>
          </a:r>
        </a:p>
      </dsp:txBody>
      <dsp:txXfrm>
        <a:off x="1989306" y="2254865"/>
        <a:ext cx="1691015" cy="676406"/>
      </dsp:txXfrm>
    </dsp:sp>
    <dsp:sp modelId="{7E2BE30E-845F-45FC-B1B4-C50C969AAD9B}">
      <dsp:nvSpPr>
        <dsp:cNvPr id="0" name=""/>
        <dsp:cNvSpPr/>
      </dsp:nvSpPr>
      <dsp:spPr>
        <a:xfrm>
          <a:off x="4441278" y="1196929"/>
          <a:ext cx="760957" cy="7609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EFDE00-D221-4E50-A69A-0A8608BD0534}">
      <dsp:nvSpPr>
        <dsp:cNvPr id="0" name=""/>
        <dsp:cNvSpPr/>
      </dsp:nvSpPr>
      <dsp:spPr>
        <a:xfrm>
          <a:off x="3976249" y="2254865"/>
          <a:ext cx="1691015" cy="676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Identify best-selling products and categories.</a:t>
          </a:r>
        </a:p>
      </dsp:txBody>
      <dsp:txXfrm>
        <a:off x="3976249" y="2254865"/>
        <a:ext cx="1691015" cy="676406"/>
      </dsp:txXfrm>
    </dsp:sp>
    <dsp:sp modelId="{F3BEBEB2-2020-47F5-9844-49A9885E5D79}">
      <dsp:nvSpPr>
        <dsp:cNvPr id="0" name=""/>
        <dsp:cNvSpPr/>
      </dsp:nvSpPr>
      <dsp:spPr>
        <a:xfrm>
          <a:off x="1460863" y="3354025"/>
          <a:ext cx="760957" cy="7609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EABCEB-BC35-4F75-A949-AF00A28CD1A4}">
      <dsp:nvSpPr>
        <dsp:cNvPr id="0" name=""/>
        <dsp:cNvSpPr/>
      </dsp:nvSpPr>
      <dsp:spPr>
        <a:xfrm>
          <a:off x="995834" y="4411961"/>
          <a:ext cx="1691015" cy="676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Analyze peak purchase hours and seasonal demand.</a:t>
          </a:r>
        </a:p>
      </dsp:txBody>
      <dsp:txXfrm>
        <a:off x="995834" y="4411961"/>
        <a:ext cx="1691015" cy="676406"/>
      </dsp:txXfrm>
    </dsp:sp>
    <dsp:sp modelId="{E2894C3D-F2DA-4FD8-877C-611AB89CD6CA}">
      <dsp:nvSpPr>
        <dsp:cNvPr id="0" name=""/>
        <dsp:cNvSpPr/>
      </dsp:nvSpPr>
      <dsp:spPr>
        <a:xfrm>
          <a:off x="3447807" y="3354025"/>
          <a:ext cx="760957" cy="7609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6B68FB-C220-4271-B8F9-52175822790E}">
      <dsp:nvSpPr>
        <dsp:cNvPr id="0" name=""/>
        <dsp:cNvSpPr/>
      </dsp:nvSpPr>
      <dsp:spPr>
        <a:xfrm>
          <a:off x="2982777" y="4411961"/>
          <a:ext cx="1691015" cy="676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Support inventory and marketing decisions using data insights.</a:t>
          </a:r>
        </a:p>
      </dsp:txBody>
      <dsp:txXfrm>
        <a:off x="2982777" y="4411961"/>
        <a:ext cx="1691015" cy="6764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EABD50-3F8C-467B-A4D6-D1A7F220B68A}">
      <dsp:nvSpPr>
        <dsp:cNvPr id="0" name=""/>
        <dsp:cNvSpPr/>
      </dsp:nvSpPr>
      <dsp:spPr>
        <a:xfrm>
          <a:off x="45698" y="425143"/>
          <a:ext cx="652568" cy="65256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E70E5B-6C8A-4832-872C-560A497DFA30}">
      <dsp:nvSpPr>
        <dsp:cNvPr id="0" name=""/>
        <dsp:cNvSpPr/>
      </dsp:nvSpPr>
      <dsp:spPr>
        <a:xfrm>
          <a:off x="182737" y="562182"/>
          <a:ext cx="378489" cy="3784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00E0E-4ECE-42A3-BED2-CF95786F76A7}">
      <dsp:nvSpPr>
        <dsp:cNvPr id="0" name=""/>
        <dsp:cNvSpPr/>
      </dsp:nvSpPr>
      <dsp:spPr>
        <a:xfrm>
          <a:off x="838102" y="425143"/>
          <a:ext cx="1538196" cy="652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Total Revenue</a:t>
          </a:r>
        </a:p>
      </dsp:txBody>
      <dsp:txXfrm>
        <a:off x="838102" y="425143"/>
        <a:ext cx="1538196" cy="652568"/>
      </dsp:txXfrm>
    </dsp:sp>
    <dsp:sp modelId="{66EB5D38-4CEE-402B-AD69-5FD5EA10291E}">
      <dsp:nvSpPr>
        <dsp:cNvPr id="0" name=""/>
        <dsp:cNvSpPr/>
      </dsp:nvSpPr>
      <dsp:spPr>
        <a:xfrm>
          <a:off x="2644318" y="425143"/>
          <a:ext cx="652568" cy="65256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4E946E-5266-4FBF-9CFE-94F0E0D3FC27}">
      <dsp:nvSpPr>
        <dsp:cNvPr id="0" name=""/>
        <dsp:cNvSpPr/>
      </dsp:nvSpPr>
      <dsp:spPr>
        <a:xfrm>
          <a:off x="2781357" y="562182"/>
          <a:ext cx="378489" cy="3784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8AE63-C306-468B-91FD-F8EE319EEA99}">
      <dsp:nvSpPr>
        <dsp:cNvPr id="0" name=""/>
        <dsp:cNvSpPr/>
      </dsp:nvSpPr>
      <dsp:spPr>
        <a:xfrm>
          <a:off x="3436722" y="425143"/>
          <a:ext cx="1538196" cy="652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Average Revenue per Order</a:t>
          </a:r>
        </a:p>
      </dsp:txBody>
      <dsp:txXfrm>
        <a:off x="3436722" y="425143"/>
        <a:ext cx="1538196" cy="652568"/>
      </dsp:txXfrm>
    </dsp:sp>
    <dsp:sp modelId="{CBBE2A1B-766F-440F-88D7-238E1ED4F440}">
      <dsp:nvSpPr>
        <dsp:cNvPr id="0" name=""/>
        <dsp:cNvSpPr/>
      </dsp:nvSpPr>
      <dsp:spPr>
        <a:xfrm>
          <a:off x="5242938" y="425143"/>
          <a:ext cx="652568" cy="65256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1C5C30-76F9-43D4-A517-DE723CAF8738}">
      <dsp:nvSpPr>
        <dsp:cNvPr id="0" name=""/>
        <dsp:cNvSpPr/>
      </dsp:nvSpPr>
      <dsp:spPr>
        <a:xfrm>
          <a:off x="5379978" y="562182"/>
          <a:ext cx="378489" cy="3784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E4671-3A84-4F74-9615-342B634E81D1}">
      <dsp:nvSpPr>
        <dsp:cNvPr id="0" name=""/>
        <dsp:cNvSpPr/>
      </dsp:nvSpPr>
      <dsp:spPr>
        <a:xfrm>
          <a:off x="6035343" y="425143"/>
          <a:ext cx="1538196" cy="652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Monthly and Yearly Sales Growth</a:t>
          </a:r>
        </a:p>
      </dsp:txBody>
      <dsp:txXfrm>
        <a:off x="6035343" y="425143"/>
        <a:ext cx="1538196" cy="652568"/>
      </dsp:txXfrm>
    </dsp:sp>
    <dsp:sp modelId="{C23C13DC-9FFA-4E23-BAAE-504D630F5BA5}">
      <dsp:nvSpPr>
        <dsp:cNvPr id="0" name=""/>
        <dsp:cNvSpPr/>
      </dsp:nvSpPr>
      <dsp:spPr>
        <a:xfrm>
          <a:off x="45698" y="1519184"/>
          <a:ext cx="652568" cy="65256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C6A60F-C79E-42E2-ABA2-C5EB2A166D97}">
      <dsp:nvSpPr>
        <dsp:cNvPr id="0" name=""/>
        <dsp:cNvSpPr/>
      </dsp:nvSpPr>
      <dsp:spPr>
        <a:xfrm>
          <a:off x="182737" y="1656223"/>
          <a:ext cx="378489" cy="3784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7F215E-6D4E-4405-AA4A-59C022F64492}">
      <dsp:nvSpPr>
        <dsp:cNvPr id="0" name=""/>
        <dsp:cNvSpPr/>
      </dsp:nvSpPr>
      <dsp:spPr>
        <a:xfrm>
          <a:off x="838102" y="1519184"/>
          <a:ext cx="1538196" cy="652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Best-Selling Products</a:t>
          </a:r>
        </a:p>
      </dsp:txBody>
      <dsp:txXfrm>
        <a:off x="838102" y="1519184"/>
        <a:ext cx="1538196" cy="652568"/>
      </dsp:txXfrm>
    </dsp:sp>
    <dsp:sp modelId="{230A104B-5FFD-4DA5-A9F9-6B265C4DC2C7}">
      <dsp:nvSpPr>
        <dsp:cNvPr id="0" name=""/>
        <dsp:cNvSpPr/>
      </dsp:nvSpPr>
      <dsp:spPr>
        <a:xfrm>
          <a:off x="2644318" y="1519184"/>
          <a:ext cx="652568" cy="65256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1D6594-4D8B-4C8C-A049-3EA5B33ACDC7}">
      <dsp:nvSpPr>
        <dsp:cNvPr id="0" name=""/>
        <dsp:cNvSpPr/>
      </dsp:nvSpPr>
      <dsp:spPr>
        <a:xfrm>
          <a:off x="2781357" y="1656223"/>
          <a:ext cx="378489" cy="3784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6F8228-0035-4569-A0FA-057FBFD0AFC4}">
      <dsp:nvSpPr>
        <dsp:cNvPr id="0" name=""/>
        <dsp:cNvSpPr/>
      </dsp:nvSpPr>
      <dsp:spPr>
        <a:xfrm>
          <a:off x="3436722" y="1519184"/>
          <a:ext cx="1538196" cy="652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Revenue by City/Region</a:t>
          </a:r>
        </a:p>
      </dsp:txBody>
      <dsp:txXfrm>
        <a:off x="3436722" y="1519184"/>
        <a:ext cx="1538196" cy="652568"/>
      </dsp:txXfrm>
    </dsp:sp>
    <dsp:sp modelId="{32A58944-B8D1-4B99-9B58-F7FF4C610D5F}">
      <dsp:nvSpPr>
        <dsp:cNvPr id="0" name=""/>
        <dsp:cNvSpPr/>
      </dsp:nvSpPr>
      <dsp:spPr>
        <a:xfrm>
          <a:off x="5242938" y="1519184"/>
          <a:ext cx="652568" cy="65256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B440E7-EE81-4C6D-BF6A-9EE6FD434F09}">
      <dsp:nvSpPr>
        <dsp:cNvPr id="0" name=""/>
        <dsp:cNvSpPr/>
      </dsp:nvSpPr>
      <dsp:spPr>
        <a:xfrm>
          <a:off x="5379978" y="1656223"/>
          <a:ext cx="378489" cy="3784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3F1F5-6A97-4606-A491-BB8128FCF7F9}">
      <dsp:nvSpPr>
        <dsp:cNvPr id="0" name=""/>
        <dsp:cNvSpPr/>
      </dsp:nvSpPr>
      <dsp:spPr>
        <a:xfrm>
          <a:off x="6035343" y="1519184"/>
          <a:ext cx="1538196" cy="652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Peak Purchasing Time Analysis</a:t>
          </a:r>
        </a:p>
      </dsp:txBody>
      <dsp:txXfrm>
        <a:off x="6035343" y="1519184"/>
        <a:ext cx="1538196" cy="6525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96592B-17A1-470F-9B57-BAAD58275755}">
      <dsp:nvSpPr>
        <dsp:cNvPr id="0" name=""/>
        <dsp:cNvSpPr/>
      </dsp:nvSpPr>
      <dsp:spPr>
        <a:xfrm>
          <a:off x="334403" y="2600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9BC8E2-6C2A-4BAC-A7E6-2827069DCF5B}">
      <dsp:nvSpPr>
        <dsp:cNvPr id="0" name=""/>
        <dsp:cNvSpPr/>
      </dsp:nvSpPr>
      <dsp:spPr>
        <a:xfrm>
          <a:off x="535070" y="203268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527B7-C130-4937-AEDB-0BD36AD4D170}">
      <dsp:nvSpPr>
        <dsp:cNvPr id="0" name=""/>
        <dsp:cNvSpPr/>
      </dsp:nvSpPr>
      <dsp:spPr>
        <a:xfrm>
          <a:off x="1494726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Python (Pandas): Data cleaning and transformation.</a:t>
          </a:r>
        </a:p>
      </dsp:txBody>
      <dsp:txXfrm>
        <a:off x="1494726" y="2600"/>
        <a:ext cx="2252392" cy="955560"/>
      </dsp:txXfrm>
    </dsp:sp>
    <dsp:sp modelId="{C8F0507A-BA7C-43AC-8942-74B2AA20D825}">
      <dsp:nvSpPr>
        <dsp:cNvPr id="0" name=""/>
        <dsp:cNvSpPr/>
      </dsp:nvSpPr>
      <dsp:spPr>
        <a:xfrm>
          <a:off x="4139581" y="2600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D3EDF6-9A87-45BC-A452-0D07E6D99FF0}">
      <dsp:nvSpPr>
        <dsp:cNvPr id="0" name=""/>
        <dsp:cNvSpPr/>
      </dsp:nvSpPr>
      <dsp:spPr>
        <a:xfrm>
          <a:off x="4340248" y="203268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F8304-5E98-4BAD-B342-BC50E3068BDA}">
      <dsp:nvSpPr>
        <dsp:cNvPr id="0" name=""/>
        <dsp:cNvSpPr/>
      </dsp:nvSpPr>
      <dsp:spPr>
        <a:xfrm>
          <a:off x="5299904" y="2600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Excel: Initial exploration and pivot analysis.</a:t>
          </a:r>
        </a:p>
      </dsp:txBody>
      <dsp:txXfrm>
        <a:off x="5299904" y="2600"/>
        <a:ext cx="2252392" cy="955560"/>
      </dsp:txXfrm>
    </dsp:sp>
    <dsp:sp modelId="{7CE6FFBE-0071-4EFA-AECF-E7C40AA87799}">
      <dsp:nvSpPr>
        <dsp:cNvPr id="0" name=""/>
        <dsp:cNvSpPr/>
      </dsp:nvSpPr>
      <dsp:spPr>
        <a:xfrm>
          <a:off x="334403" y="1697888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D0CB53-9F0F-44AC-A91D-893EE501F828}">
      <dsp:nvSpPr>
        <dsp:cNvPr id="0" name=""/>
        <dsp:cNvSpPr/>
      </dsp:nvSpPr>
      <dsp:spPr>
        <a:xfrm>
          <a:off x="535070" y="1898556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7342DB-57FE-4509-A4F1-C7ADC1E6E3F0}">
      <dsp:nvSpPr>
        <dsp:cNvPr id="0" name=""/>
        <dsp:cNvSpPr/>
      </dsp:nvSpPr>
      <dsp:spPr>
        <a:xfrm>
          <a:off x="1494726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SQL (MySQL/PostgreSQL): Data querying and aggregation.</a:t>
          </a:r>
        </a:p>
      </dsp:txBody>
      <dsp:txXfrm>
        <a:off x="1494726" y="1697888"/>
        <a:ext cx="2252392" cy="955560"/>
      </dsp:txXfrm>
    </dsp:sp>
    <dsp:sp modelId="{ED71013E-E605-4D38-8ED2-20C912CAD236}">
      <dsp:nvSpPr>
        <dsp:cNvPr id="0" name=""/>
        <dsp:cNvSpPr/>
      </dsp:nvSpPr>
      <dsp:spPr>
        <a:xfrm>
          <a:off x="4139581" y="1697888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2BD62-A844-4420-8BD8-5E3D9654A4ED}">
      <dsp:nvSpPr>
        <dsp:cNvPr id="0" name=""/>
        <dsp:cNvSpPr/>
      </dsp:nvSpPr>
      <dsp:spPr>
        <a:xfrm>
          <a:off x="4340248" y="1898556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C6A8C-9F13-4DFF-BF5C-3D925D18F166}">
      <dsp:nvSpPr>
        <dsp:cNvPr id="0" name=""/>
        <dsp:cNvSpPr/>
      </dsp:nvSpPr>
      <dsp:spPr>
        <a:xfrm>
          <a:off x="5299904" y="1697888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Power BI/Tableau: Dashboard creation and visualization.</a:t>
          </a:r>
        </a:p>
      </dsp:txBody>
      <dsp:txXfrm>
        <a:off x="5299904" y="1697888"/>
        <a:ext cx="2252392" cy="955560"/>
      </dsp:txXfrm>
    </dsp:sp>
    <dsp:sp modelId="{BB458C20-6D99-43C5-94A3-0D7CA2B1BE1F}">
      <dsp:nvSpPr>
        <dsp:cNvPr id="0" name=""/>
        <dsp:cNvSpPr/>
      </dsp:nvSpPr>
      <dsp:spPr>
        <a:xfrm>
          <a:off x="334403" y="3393176"/>
          <a:ext cx="955560" cy="95556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C443CA-37AA-4DE4-BA10-4F7EADAC87B5}">
      <dsp:nvSpPr>
        <dsp:cNvPr id="0" name=""/>
        <dsp:cNvSpPr/>
      </dsp:nvSpPr>
      <dsp:spPr>
        <a:xfrm>
          <a:off x="535070" y="3593844"/>
          <a:ext cx="554225" cy="5542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5835E7-E66B-44F7-9CC6-167A256A37CE}">
      <dsp:nvSpPr>
        <dsp:cNvPr id="0" name=""/>
        <dsp:cNvSpPr/>
      </dsp:nvSpPr>
      <dsp:spPr>
        <a:xfrm>
          <a:off x="1494726" y="3393176"/>
          <a:ext cx="2252392" cy="95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GitHub: Version control and project tracking.</a:t>
          </a:r>
        </a:p>
      </dsp:txBody>
      <dsp:txXfrm>
        <a:off x="1494726" y="3393176"/>
        <a:ext cx="2252392" cy="95556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CD4423-D455-4C11-A965-0B0254B419E9}">
      <dsp:nvSpPr>
        <dsp:cNvPr id="0" name=""/>
        <dsp:cNvSpPr/>
      </dsp:nvSpPr>
      <dsp:spPr>
        <a:xfrm>
          <a:off x="724225" y="2456"/>
          <a:ext cx="2896903" cy="107767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Set up GitHub repository and development environment.</a:t>
          </a:r>
        </a:p>
      </dsp:txBody>
      <dsp:txXfrm>
        <a:off x="724225" y="2456"/>
        <a:ext cx="2896903" cy="1077679"/>
      </dsp:txXfrm>
    </dsp:sp>
    <dsp:sp modelId="{73F9D34E-E3EF-4354-9B6B-1E97C342619E}">
      <dsp:nvSpPr>
        <dsp:cNvPr id="0" name=""/>
        <dsp:cNvSpPr/>
      </dsp:nvSpPr>
      <dsp:spPr>
        <a:xfrm>
          <a:off x="0" y="2456"/>
          <a:ext cx="724225" cy="10776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Set up</a:t>
          </a:r>
        </a:p>
      </dsp:txBody>
      <dsp:txXfrm>
        <a:off x="0" y="2456"/>
        <a:ext cx="724225" cy="1077679"/>
      </dsp:txXfrm>
    </dsp:sp>
    <dsp:sp modelId="{64DEC2E8-B9E2-465F-A123-2770FE18C561}">
      <dsp:nvSpPr>
        <dsp:cNvPr id="0" name=""/>
        <dsp:cNvSpPr/>
      </dsp:nvSpPr>
      <dsp:spPr>
        <a:xfrm>
          <a:off x="724225" y="1144796"/>
          <a:ext cx="2896903" cy="107767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Import retail datasets into Python/Excel.</a:t>
          </a:r>
        </a:p>
      </dsp:txBody>
      <dsp:txXfrm>
        <a:off x="724225" y="1144796"/>
        <a:ext cx="2896903" cy="1077679"/>
      </dsp:txXfrm>
    </dsp:sp>
    <dsp:sp modelId="{72B70F65-AF28-40B2-8891-E4C1D9CEC933}">
      <dsp:nvSpPr>
        <dsp:cNvPr id="0" name=""/>
        <dsp:cNvSpPr/>
      </dsp:nvSpPr>
      <dsp:spPr>
        <a:xfrm>
          <a:off x="0" y="1144796"/>
          <a:ext cx="724225" cy="107767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Import</a:t>
          </a:r>
        </a:p>
      </dsp:txBody>
      <dsp:txXfrm>
        <a:off x="0" y="1144796"/>
        <a:ext cx="724225" cy="1077679"/>
      </dsp:txXfrm>
    </dsp:sp>
    <dsp:sp modelId="{D6519450-168E-4783-844C-BFEFE7DF150E}">
      <dsp:nvSpPr>
        <dsp:cNvPr id="0" name=""/>
        <dsp:cNvSpPr/>
      </dsp:nvSpPr>
      <dsp:spPr>
        <a:xfrm>
          <a:off x="724225" y="2287137"/>
          <a:ext cx="2896903" cy="107767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Handle NULL values and duplicates.</a:t>
          </a:r>
        </a:p>
      </dsp:txBody>
      <dsp:txXfrm>
        <a:off x="724225" y="2287137"/>
        <a:ext cx="2896903" cy="1077679"/>
      </dsp:txXfrm>
    </dsp:sp>
    <dsp:sp modelId="{FC45B44D-83D7-4906-BB4C-161E966504D0}">
      <dsp:nvSpPr>
        <dsp:cNvPr id="0" name=""/>
        <dsp:cNvSpPr/>
      </dsp:nvSpPr>
      <dsp:spPr>
        <a:xfrm>
          <a:off x="0" y="2287137"/>
          <a:ext cx="724225" cy="107767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Handle</a:t>
          </a:r>
        </a:p>
      </dsp:txBody>
      <dsp:txXfrm>
        <a:off x="0" y="2287137"/>
        <a:ext cx="724225" cy="1077679"/>
      </dsp:txXfrm>
    </dsp:sp>
    <dsp:sp modelId="{037F1B95-A307-4CC6-A1CE-3F421B8F25AE}">
      <dsp:nvSpPr>
        <dsp:cNvPr id="0" name=""/>
        <dsp:cNvSpPr/>
      </dsp:nvSpPr>
      <dsp:spPr>
        <a:xfrm>
          <a:off x="724225" y="3429478"/>
          <a:ext cx="2896903" cy="107767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Standardize date and time formats.</a:t>
          </a:r>
        </a:p>
      </dsp:txBody>
      <dsp:txXfrm>
        <a:off x="724225" y="3429478"/>
        <a:ext cx="2896903" cy="1077679"/>
      </dsp:txXfrm>
    </dsp:sp>
    <dsp:sp modelId="{D28A66D2-9F25-478E-B3F5-DE07C18C44DE}">
      <dsp:nvSpPr>
        <dsp:cNvPr id="0" name=""/>
        <dsp:cNvSpPr/>
      </dsp:nvSpPr>
      <dsp:spPr>
        <a:xfrm>
          <a:off x="0" y="3429478"/>
          <a:ext cx="724225" cy="107767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Standardize</a:t>
          </a:r>
        </a:p>
      </dsp:txBody>
      <dsp:txXfrm>
        <a:off x="0" y="3429478"/>
        <a:ext cx="724225" cy="1077679"/>
      </dsp:txXfrm>
    </dsp:sp>
    <dsp:sp modelId="{F2DB65F1-677E-47AA-8EA3-3A7EE77AB91A}">
      <dsp:nvSpPr>
        <dsp:cNvPr id="0" name=""/>
        <dsp:cNvSpPr/>
      </dsp:nvSpPr>
      <dsp:spPr>
        <a:xfrm>
          <a:off x="724225" y="4571818"/>
          <a:ext cx="2896903" cy="1077679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Validate and correct data types.</a:t>
          </a:r>
        </a:p>
      </dsp:txBody>
      <dsp:txXfrm>
        <a:off x="724225" y="4571818"/>
        <a:ext cx="2896903" cy="1077679"/>
      </dsp:txXfrm>
    </dsp:sp>
    <dsp:sp modelId="{DC1D7189-6144-4C2A-9EC8-C63F2DC5A56F}">
      <dsp:nvSpPr>
        <dsp:cNvPr id="0" name=""/>
        <dsp:cNvSpPr/>
      </dsp:nvSpPr>
      <dsp:spPr>
        <a:xfrm>
          <a:off x="0" y="4571818"/>
          <a:ext cx="724225" cy="107767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Validate and correct</a:t>
          </a:r>
        </a:p>
      </dsp:txBody>
      <dsp:txXfrm>
        <a:off x="0" y="4571818"/>
        <a:ext cx="724225" cy="107767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6A6423-2ADF-4DB4-8309-44A1CC0DA82D}">
      <dsp:nvSpPr>
        <dsp:cNvPr id="0" name=""/>
        <dsp:cNvSpPr/>
      </dsp:nvSpPr>
      <dsp:spPr>
        <a:xfrm>
          <a:off x="1622103" y="1433048"/>
          <a:ext cx="3427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2722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84131" y="1476902"/>
        <a:ext cx="18666" cy="3733"/>
      </dsp:txXfrm>
    </dsp:sp>
    <dsp:sp modelId="{20712359-2748-4713-AFB4-E834CE6CED9F}">
      <dsp:nvSpPr>
        <dsp:cNvPr id="0" name=""/>
        <dsp:cNvSpPr/>
      </dsp:nvSpPr>
      <dsp:spPr>
        <a:xfrm>
          <a:off x="760" y="991826"/>
          <a:ext cx="1623142" cy="9738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5" tIns="83486" rIns="79535" bIns="8348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Import cleaned data into SQL database.</a:t>
          </a:r>
        </a:p>
      </dsp:txBody>
      <dsp:txXfrm>
        <a:off x="760" y="991826"/>
        <a:ext cx="1623142" cy="973885"/>
      </dsp:txXfrm>
    </dsp:sp>
    <dsp:sp modelId="{981935D2-0233-4B19-970A-953BF0E7F3A5}">
      <dsp:nvSpPr>
        <dsp:cNvPr id="0" name=""/>
        <dsp:cNvSpPr/>
      </dsp:nvSpPr>
      <dsp:spPr>
        <a:xfrm>
          <a:off x="812331" y="1963911"/>
          <a:ext cx="1996465" cy="342722"/>
        </a:xfrm>
        <a:custGeom>
          <a:avLst/>
          <a:gdLst/>
          <a:ahLst/>
          <a:cxnLst/>
          <a:rect l="0" t="0" r="0" b="0"/>
          <a:pathLst>
            <a:path>
              <a:moveTo>
                <a:pt x="1996465" y="0"/>
              </a:moveTo>
              <a:lnTo>
                <a:pt x="1996465" y="188461"/>
              </a:lnTo>
              <a:lnTo>
                <a:pt x="0" y="188461"/>
              </a:lnTo>
              <a:lnTo>
                <a:pt x="0" y="342722"/>
              </a:lnTo>
            </a:path>
          </a:pathLst>
        </a:custGeom>
        <a:noFill/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59787" y="2133406"/>
        <a:ext cx="101553" cy="3733"/>
      </dsp:txXfrm>
    </dsp:sp>
    <dsp:sp modelId="{ABA5A411-865F-4F19-A665-C19C99C83D45}">
      <dsp:nvSpPr>
        <dsp:cNvPr id="0" name=""/>
        <dsp:cNvSpPr/>
      </dsp:nvSpPr>
      <dsp:spPr>
        <a:xfrm>
          <a:off x="1997225" y="991826"/>
          <a:ext cx="1623142" cy="973885"/>
        </a:xfrm>
        <a:prstGeom prst="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5" tIns="83486" rIns="79535" bIns="8348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 GROUP BY and aggregate functions.</a:t>
          </a:r>
        </a:p>
      </dsp:txBody>
      <dsp:txXfrm>
        <a:off x="1997225" y="991826"/>
        <a:ext cx="1623142" cy="973885"/>
      </dsp:txXfrm>
    </dsp:sp>
    <dsp:sp modelId="{9BDD23D0-88CF-47CD-ADE7-096C0457678F}">
      <dsp:nvSpPr>
        <dsp:cNvPr id="0" name=""/>
        <dsp:cNvSpPr/>
      </dsp:nvSpPr>
      <dsp:spPr>
        <a:xfrm>
          <a:off x="1622103" y="2780257"/>
          <a:ext cx="3427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2722" y="45720"/>
              </a:lnTo>
            </a:path>
          </a:pathLst>
        </a:custGeom>
        <a:noFill/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84131" y="2824110"/>
        <a:ext cx="18666" cy="3733"/>
      </dsp:txXfrm>
    </dsp:sp>
    <dsp:sp modelId="{367A088C-9D9E-4638-8BB6-D1E06FBEE841}">
      <dsp:nvSpPr>
        <dsp:cNvPr id="0" name=""/>
        <dsp:cNvSpPr/>
      </dsp:nvSpPr>
      <dsp:spPr>
        <a:xfrm>
          <a:off x="760" y="2339034"/>
          <a:ext cx="1623142" cy="973885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5" tIns="83486" rIns="79535" bIns="8348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Calculate Total Revenue and Sales Metrics.</a:t>
          </a:r>
        </a:p>
      </dsp:txBody>
      <dsp:txXfrm>
        <a:off x="760" y="2339034"/>
        <a:ext cx="1623142" cy="973885"/>
      </dsp:txXfrm>
    </dsp:sp>
    <dsp:sp modelId="{8E897915-5106-45AA-869C-E772C2BCB18B}">
      <dsp:nvSpPr>
        <dsp:cNvPr id="0" name=""/>
        <dsp:cNvSpPr/>
      </dsp:nvSpPr>
      <dsp:spPr>
        <a:xfrm>
          <a:off x="812331" y="3311120"/>
          <a:ext cx="1996465" cy="342722"/>
        </a:xfrm>
        <a:custGeom>
          <a:avLst/>
          <a:gdLst/>
          <a:ahLst/>
          <a:cxnLst/>
          <a:rect l="0" t="0" r="0" b="0"/>
          <a:pathLst>
            <a:path>
              <a:moveTo>
                <a:pt x="1996465" y="0"/>
              </a:moveTo>
              <a:lnTo>
                <a:pt x="1996465" y="188461"/>
              </a:lnTo>
              <a:lnTo>
                <a:pt x="0" y="188461"/>
              </a:lnTo>
              <a:lnTo>
                <a:pt x="0" y="342722"/>
              </a:lnTo>
            </a:path>
          </a:pathLst>
        </a:custGeom>
        <a:noFill/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59787" y="3480615"/>
        <a:ext cx="101553" cy="3733"/>
      </dsp:txXfrm>
    </dsp:sp>
    <dsp:sp modelId="{5E5D0F37-B5C3-447F-B59B-EFC3DCF81602}">
      <dsp:nvSpPr>
        <dsp:cNvPr id="0" name=""/>
        <dsp:cNvSpPr/>
      </dsp:nvSpPr>
      <dsp:spPr>
        <a:xfrm>
          <a:off x="1997225" y="2339034"/>
          <a:ext cx="1623142" cy="973885"/>
        </a:xfrm>
        <a:prstGeom prst="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5" tIns="83486" rIns="79535" bIns="8348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Identify best-selling products and city-wise performance.</a:t>
          </a:r>
        </a:p>
      </dsp:txBody>
      <dsp:txXfrm>
        <a:off x="1997225" y="2339034"/>
        <a:ext cx="1623142" cy="973885"/>
      </dsp:txXfrm>
    </dsp:sp>
    <dsp:sp modelId="{8BBEFA97-CDBE-4E7B-9C06-B8961EAE5166}">
      <dsp:nvSpPr>
        <dsp:cNvPr id="0" name=""/>
        <dsp:cNvSpPr/>
      </dsp:nvSpPr>
      <dsp:spPr>
        <a:xfrm>
          <a:off x="760" y="3686243"/>
          <a:ext cx="1623142" cy="973885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5" tIns="83486" rIns="79535" bIns="8348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Store all SQL scripts in GitHub repository.</a:t>
          </a:r>
        </a:p>
      </dsp:txBody>
      <dsp:txXfrm>
        <a:off x="760" y="3686243"/>
        <a:ext cx="1623142" cy="97388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8C4CDF-8A35-41C9-938F-0FE305246247}">
      <dsp:nvSpPr>
        <dsp:cNvPr id="0" name=""/>
        <dsp:cNvSpPr/>
      </dsp:nvSpPr>
      <dsp:spPr>
        <a:xfrm>
          <a:off x="724225" y="2456"/>
          <a:ext cx="2896903" cy="107767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Connect SQL database to Power BI/Tableau.</a:t>
          </a:r>
        </a:p>
      </dsp:txBody>
      <dsp:txXfrm>
        <a:off x="724225" y="2456"/>
        <a:ext cx="2896903" cy="1077679"/>
      </dsp:txXfrm>
    </dsp:sp>
    <dsp:sp modelId="{76541BC0-66E1-4EDD-8551-7BFF71782E84}">
      <dsp:nvSpPr>
        <dsp:cNvPr id="0" name=""/>
        <dsp:cNvSpPr/>
      </dsp:nvSpPr>
      <dsp:spPr>
        <a:xfrm>
          <a:off x="0" y="2456"/>
          <a:ext cx="724225" cy="10776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Connect</a:t>
          </a:r>
        </a:p>
      </dsp:txBody>
      <dsp:txXfrm>
        <a:off x="0" y="2456"/>
        <a:ext cx="724225" cy="1077679"/>
      </dsp:txXfrm>
    </dsp:sp>
    <dsp:sp modelId="{4C2421FA-C9BE-4C24-85A9-CDC32DE43DED}">
      <dsp:nvSpPr>
        <dsp:cNvPr id="0" name=""/>
        <dsp:cNvSpPr/>
      </dsp:nvSpPr>
      <dsp:spPr>
        <a:xfrm>
          <a:off x="724225" y="1144796"/>
          <a:ext cx="2896903" cy="1077679"/>
        </a:xfrm>
        <a:prstGeom prst="rect">
          <a:avLst/>
        </a:prstGeom>
        <a:solidFill>
          <a:schemeClr val="accent2">
            <a:tint val="40000"/>
            <a:alpha val="90000"/>
            <a:hueOff val="1256455"/>
            <a:satOff val="-1094"/>
            <a:lumOff val="-1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256455"/>
              <a:satOff val="-1094"/>
              <a:lumOff val="-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Create line charts for sales trends.</a:t>
          </a:r>
        </a:p>
      </dsp:txBody>
      <dsp:txXfrm>
        <a:off x="724225" y="1144796"/>
        <a:ext cx="2896903" cy="1077679"/>
      </dsp:txXfrm>
    </dsp:sp>
    <dsp:sp modelId="{E74DB2C7-A815-4A0A-95CE-6AF02C7B03F0}">
      <dsp:nvSpPr>
        <dsp:cNvPr id="0" name=""/>
        <dsp:cNvSpPr/>
      </dsp:nvSpPr>
      <dsp:spPr>
        <a:xfrm>
          <a:off x="0" y="1144796"/>
          <a:ext cx="724225" cy="1077679"/>
        </a:xfrm>
        <a:prstGeom prst="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Create</a:t>
          </a:r>
        </a:p>
      </dsp:txBody>
      <dsp:txXfrm>
        <a:off x="0" y="1144796"/>
        <a:ext cx="724225" cy="1077679"/>
      </dsp:txXfrm>
    </dsp:sp>
    <dsp:sp modelId="{50CB13AA-45B4-4C46-9A3A-B479E43DE4C1}">
      <dsp:nvSpPr>
        <dsp:cNvPr id="0" name=""/>
        <dsp:cNvSpPr/>
      </dsp:nvSpPr>
      <dsp:spPr>
        <a:xfrm>
          <a:off x="724225" y="2287137"/>
          <a:ext cx="2896903" cy="1077679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Build bar charts for product performance.</a:t>
          </a:r>
        </a:p>
      </dsp:txBody>
      <dsp:txXfrm>
        <a:off x="724225" y="2287137"/>
        <a:ext cx="2896903" cy="1077679"/>
      </dsp:txXfrm>
    </dsp:sp>
    <dsp:sp modelId="{AA14651E-0F4C-42AB-9063-C79971ABEA51}">
      <dsp:nvSpPr>
        <dsp:cNvPr id="0" name=""/>
        <dsp:cNvSpPr/>
      </dsp:nvSpPr>
      <dsp:spPr>
        <a:xfrm>
          <a:off x="0" y="2287137"/>
          <a:ext cx="724225" cy="1077679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Build</a:t>
          </a:r>
        </a:p>
      </dsp:txBody>
      <dsp:txXfrm>
        <a:off x="0" y="2287137"/>
        <a:ext cx="724225" cy="1077679"/>
      </dsp:txXfrm>
    </dsp:sp>
    <dsp:sp modelId="{C019DD3A-A289-49BF-90FB-B3FFEC0327D8}">
      <dsp:nvSpPr>
        <dsp:cNvPr id="0" name=""/>
        <dsp:cNvSpPr/>
      </dsp:nvSpPr>
      <dsp:spPr>
        <a:xfrm>
          <a:off x="724225" y="3429478"/>
          <a:ext cx="2896903" cy="1077679"/>
        </a:xfrm>
        <a:prstGeom prst="rect">
          <a:avLst/>
        </a:prstGeom>
        <a:solidFill>
          <a:schemeClr val="accent2">
            <a:tint val="40000"/>
            <a:alpha val="90000"/>
            <a:hueOff val="3769366"/>
            <a:satOff val="-3283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769366"/>
              <a:satOff val="-3283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Design heatmaps for peak operational hours.</a:t>
          </a:r>
        </a:p>
      </dsp:txBody>
      <dsp:txXfrm>
        <a:off x="724225" y="3429478"/>
        <a:ext cx="2896903" cy="1077679"/>
      </dsp:txXfrm>
    </dsp:sp>
    <dsp:sp modelId="{B17B042D-FDE9-4CE4-8FC8-AC5D571638AF}">
      <dsp:nvSpPr>
        <dsp:cNvPr id="0" name=""/>
        <dsp:cNvSpPr/>
      </dsp:nvSpPr>
      <dsp:spPr>
        <a:xfrm>
          <a:off x="0" y="3429478"/>
          <a:ext cx="724225" cy="1077679"/>
        </a:xfrm>
        <a:prstGeom prst="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Design</a:t>
          </a:r>
        </a:p>
      </dsp:txBody>
      <dsp:txXfrm>
        <a:off x="0" y="3429478"/>
        <a:ext cx="724225" cy="1077679"/>
      </dsp:txXfrm>
    </dsp:sp>
    <dsp:sp modelId="{BFA9FB1F-5EB6-4A85-8789-ACF221E41E49}">
      <dsp:nvSpPr>
        <dsp:cNvPr id="0" name=""/>
        <dsp:cNvSpPr/>
      </dsp:nvSpPr>
      <dsp:spPr>
        <a:xfrm>
          <a:off x="724225" y="4571818"/>
          <a:ext cx="2896903" cy="1077679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Implement filters and slicers for interactive analysis.</a:t>
          </a:r>
        </a:p>
      </dsp:txBody>
      <dsp:txXfrm>
        <a:off x="724225" y="4571818"/>
        <a:ext cx="2896903" cy="1077679"/>
      </dsp:txXfrm>
    </dsp:sp>
    <dsp:sp modelId="{4E16CD41-839D-45B8-88C7-A4B50E074C41}">
      <dsp:nvSpPr>
        <dsp:cNvPr id="0" name=""/>
        <dsp:cNvSpPr/>
      </dsp:nvSpPr>
      <dsp:spPr>
        <a:xfrm>
          <a:off x="0" y="4571818"/>
          <a:ext cx="724225" cy="1077679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Implement</a:t>
          </a:r>
        </a:p>
      </dsp:txBody>
      <dsp:txXfrm>
        <a:off x="0" y="4571818"/>
        <a:ext cx="724225" cy="107767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9250C4-183C-4086-9C92-90372B69DC23}">
      <dsp:nvSpPr>
        <dsp:cNvPr id="0" name=""/>
        <dsp:cNvSpPr/>
      </dsp:nvSpPr>
      <dsp:spPr>
        <a:xfrm>
          <a:off x="1622103" y="1433048"/>
          <a:ext cx="3427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2722" y="45720"/>
              </a:lnTo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84131" y="1476902"/>
        <a:ext cx="18666" cy="3733"/>
      </dsp:txXfrm>
    </dsp:sp>
    <dsp:sp modelId="{CDCFD63E-23D5-4D88-9FC0-FA86FFEB00FA}">
      <dsp:nvSpPr>
        <dsp:cNvPr id="0" name=""/>
        <dsp:cNvSpPr/>
      </dsp:nvSpPr>
      <dsp:spPr>
        <a:xfrm>
          <a:off x="760" y="991826"/>
          <a:ext cx="1623142" cy="97388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5" tIns="83486" rIns="79535" bIns="8348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Analyze dashboard findings and patterns.</a:t>
          </a:r>
        </a:p>
      </dsp:txBody>
      <dsp:txXfrm>
        <a:off x="760" y="991826"/>
        <a:ext cx="1623142" cy="973885"/>
      </dsp:txXfrm>
    </dsp:sp>
    <dsp:sp modelId="{57776FC8-6BF9-406F-B5BA-E849E2123643}">
      <dsp:nvSpPr>
        <dsp:cNvPr id="0" name=""/>
        <dsp:cNvSpPr/>
      </dsp:nvSpPr>
      <dsp:spPr>
        <a:xfrm>
          <a:off x="812331" y="1963911"/>
          <a:ext cx="1996465" cy="342722"/>
        </a:xfrm>
        <a:custGeom>
          <a:avLst/>
          <a:gdLst/>
          <a:ahLst/>
          <a:cxnLst/>
          <a:rect l="0" t="0" r="0" b="0"/>
          <a:pathLst>
            <a:path>
              <a:moveTo>
                <a:pt x="1996465" y="0"/>
              </a:moveTo>
              <a:lnTo>
                <a:pt x="1996465" y="188461"/>
              </a:lnTo>
              <a:lnTo>
                <a:pt x="0" y="188461"/>
              </a:lnTo>
              <a:lnTo>
                <a:pt x="0" y="342722"/>
              </a:lnTo>
            </a:path>
          </a:pathLst>
        </a:custGeom>
        <a:noFill/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59787" y="2133406"/>
        <a:ext cx="101553" cy="3733"/>
      </dsp:txXfrm>
    </dsp:sp>
    <dsp:sp modelId="{A0C68C81-6282-4BA4-9F7C-0B6AE963913D}">
      <dsp:nvSpPr>
        <dsp:cNvPr id="0" name=""/>
        <dsp:cNvSpPr/>
      </dsp:nvSpPr>
      <dsp:spPr>
        <a:xfrm>
          <a:off x="1997225" y="991826"/>
          <a:ext cx="1623142" cy="973885"/>
        </a:xfrm>
        <a:prstGeom prst="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5" tIns="83486" rIns="79535" bIns="8348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Prepare business recommendations.</a:t>
          </a:r>
        </a:p>
      </dsp:txBody>
      <dsp:txXfrm>
        <a:off x="1997225" y="991826"/>
        <a:ext cx="1623142" cy="973885"/>
      </dsp:txXfrm>
    </dsp:sp>
    <dsp:sp modelId="{33CD85DF-0F62-4388-ACED-882CFA559FF5}">
      <dsp:nvSpPr>
        <dsp:cNvPr id="0" name=""/>
        <dsp:cNvSpPr/>
      </dsp:nvSpPr>
      <dsp:spPr>
        <a:xfrm>
          <a:off x="1622103" y="2780257"/>
          <a:ext cx="34272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42722" y="45720"/>
              </a:lnTo>
            </a:path>
          </a:pathLst>
        </a:custGeom>
        <a:noFill/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84131" y="2824110"/>
        <a:ext cx="18666" cy="3733"/>
      </dsp:txXfrm>
    </dsp:sp>
    <dsp:sp modelId="{88567FC9-4CE0-4644-9EB1-A9EE714EE4EF}">
      <dsp:nvSpPr>
        <dsp:cNvPr id="0" name=""/>
        <dsp:cNvSpPr/>
      </dsp:nvSpPr>
      <dsp:spPr>
        <a:xfrm>
          <a:off x="760" y="2339034"/>
          <a:ext cx="1623142" cy="973885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5" tIns="83486" rIns="79535" bIns="8348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Create final project documentation.</a:t>
          </a:r>
        </a:p>
      </dsp:txBody>
      <dsp:txXfrm>
        <a:off x="760" y="2339034"/>
        <a:ext cx="1623142" cy="973885"/>
      </dsp:txXfrm>
    </dsp:sp>
    <dsp:sp modelId="{4B1C212A-DF1C-42D5-A0D7-96C042F07F91}">
      <dsp:nvSpPr>
        <dsp:cNvPr id="0" name=""/>
        <dsp:cNvSpPr/>
      </dsp:nvSpPr>
      <dsp:spPr>
        <a:xfrm>
          <a:off x="812331" y="3311120"/>
          <a:ext cx="1996465" cy="342722"/>
        </a:xfrm>
        <a:custGeom>
          <a:avLst/>
          <a:gdLst/>
          <a:ahLst/>
          <a:cxnLst/>
          <a:rect l="0" t="0" r="0" b="0"/>
          <a:pathLst>
            <a:path>
              <a:moveTo>
                <a:pt x="1996465" y="0"/>
              </a:moveTo>
              <a:lnTo>
                <a:pt x="1996465" y="188461"/>
              </a:lnTo>
              <a:lnTo>
                <a:pt x="0" y="188461"/>
              </a:lnTo>
              <a:lnTo>
                <a:pt x="0" y="342722"/>
              </a:lnTo>
            </a:path>
          </a:pathLst>
        </a:custGeom>
        <a:noFill/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1759787" y="3480615"/>
        <a:ext cx="101553" cy="3733"/>
      </dsp:txXfrm>
    </dsp:sp>
    <dsp:sp modelId="{60C5D28E-6769-4810-A031-FA92F34FF2C8}">
      <dsp:nvSpPr>
        <dsp:cNvPr id="0" name=""/>
        <dsp:cNvSpPr/>
      </dsp:nvSpPr>
      <dsp:spPr>
        <a:xfrm>
          <a:off x="1997225" y="2339034"/>
          <a:ext cx="1623142" cy="973885"/>
        </a:xfrm>
        <a:prstGeom prst="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5" tIns="83486" rIns="79535" bIns="8348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Finalize GitHub repository with README and screenshots.</a:t>
          </a:r>
        </a:p>
      </dsp:txBody>
      <dsp:txXfrm>
        <a:off x="1997225" y="2339034"/>
        <a:ext cx="1623142" cy="973885"/>
      </dsp:txXfrm>
    </dsp:sp>
    <dsp:sp modelId="{D6D8D06E-1560-4F2A-9F81-22AE428C1310}">
      <dsp:nvSpPr>
        <dsp:cNvPr id="0" name=""/>
        <dsp:cNvSpPr/>
      </dsp:nvSpPr>
      <dsp:spPr>
        <a:xfrm>
          <a:off x="760" y="3686243"/>
          <a:ext cx="1623142" cy="973885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9535" tIns="83486" rIns="79535" bIns="8348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Submit dashboard and report.</a:t>
          </a:r>
        </a:p>
      </dsp:txBody>
      <dsp:txXfrm>
        <a:off x="760" y="3686243"/>
        <a:ext cx="1623142" cy="97388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3F243D-A0DD-43DF-AA87-5D6D316FF72C}">
      <dsp:nvSpPr>
        <dsp:cNvPr id="0" name=""/>
        <dsp:cNvSpPr/>
      </dsp:nvSpPr>
      <dsp:spPr>
        <a:xfrm>
          <a:off x="442" y="1102051"/>
          <a:ext cx="1723926" cy="103435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Sales Trend Analysis</a:t>
          </a:r>
        </a:p>
      </dsp:txBody>
      <dsp:txXfrm>
        <a:off x="442" y="1102051"/>
        <a:ext cx="1723926" cy="1034355"/>
      </dsp:txXfrm>
    </dsp:sp>
    <dsp:sp modelId="{110D07FF-78D6-4819-B1D4-D954BBFE9D42}">
      <dsp:nvSpPr>
        <dsp:cNvPr id="0" name=""/>
        <dsp:cNvSpPr/>
      </dsp:nvSpPr>
      <dsp:spPr>
        <a:xfrm>
          <a:off x="1896760" y="1102051"/>
          <a:ext cx="1723926" cy="103435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Revenue by Product Category</a:t>
          </a:r>
        </a:p>
      </dsp:txBody>
      <dsp:txXfrm>
        <a:off x="1896760" y="1102051"/>
        <a:ext cx="1723926" cy="1034355"/>
      </dsp:txXfrm>
    </dsp:sp>
    <dsp:sp modelId="{3C4C0379-1823-4062-8FC5-B4DDE855BA7B}">
      <dsp:nvSpPr>
        <dsp:cNvPr id="0" name=""/>
        <dsp:cNvSpPr/>
      </dsp:nvSpPr>
      <dsp:spPr>
        <a:xfrm>
          <a:off x="442" y="2308799"/>
          <a:ext cx="1723926" cy="103435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City-wise Order Distribution</a:t>
          </a:r>
        </a:p>
      </dsp:txBody>
      <dsp:txXfrm>
        <a:off x="442" y="2308799"/>
        <a:ext cx="1723926" cy="1034355"/>
      </dsp:txXfrm>
    </dsp:sp>
    <dsp:sp modelId="{065FBB6F-4C6F-4B45-B58D-EE9E5027FDC8}">
      <dsp:nvSpPr>
        <dsp:cNvPr id="0" name=""/>
        <dsp:cNvSpPr/>
      </dsp:nvSpPr>
      <dsp:spPr>
        <a:xfrm>
          <a:off x="1896760" y="2308799"/>
          <a:ext cx="1723926" cy="103435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Peak Hour Heatmaps</a:t>
          </a:r>
        </a:p>
      </dsp:txBody>
      <dsp:txXfrm>
        <a:off x="1896760" y="2308799"/>
        <a:ext cx="1723926" cy="1034355"/>
      </dsp:txXfrm>
    </dsp:sp>
    <dsp:sp modelId="{884D461F-FDD6-4CBF-882D-17424229EB31}">
      <dsp:nvSpPr>
        <dsp:cNvPr id="0" name=""/>
        <dsp:cNvSpPr/>
      </dsp:nvSpPr>
      <dsp:spPr>
        <a:xfrm>
          <a:off x="948601" y="3515547"/>
          <a:ext cx="1723926" cy="1034355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Monthly and Seasonal Revenue Analysis</a:t>
          </a:r>
        </a:p>
      </dsp:txBody>
      <dsp:txXfrm>
        <a:off x="948601" y="3515547"/>
        <a:ext cx="1723926" cy="103435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239CF1-4B98-4453-B080-28AB6A9BD21C}">
      <dsp:nvSpPr>
        <dsp:cNvPr id="0" name=""/>
        <dsp:cNvSpPr/>
      </dsp:nvSpPr>
      <dsp:spPr>
        <a:xfrm>
          <a:off x="724225" y="2456"/>
          <a:ext cx="2896903" cy="107767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Identify high-revenue periods and seasonal spikes.</a:t>
          </a:r>
        </a:p>
      </dsp:txBody>
      <dsp:txXfrm>
        <a:off x="724225" y="2456"/>
        <a:ext cx="2896903" cy="1077679"/>
      </dsp:txXfrm>
    </dsp:sp>
    <dsp:sp modelId="{9F0A5DE2-9929-4839-845E-07819ECB2294}">
      <dsp:nvSpPr>
        <dsp:cNvPr id="0" name=""/>
        <dsp:cNvSpPr/>
      </dsp:nvSpPr>
      <dsp:spPr>
        <a:xfrm>
          <a:off x="0" y="2456"/>
          <a:ext cx="724225" cy="107767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Identify</a:t>
          </a:r>
        </a:p>
      </dsp:txBody>
      <dsp:txXfrm>
        <a:off x="0" y="2456"/>
        <a:ext cx="724225" cy="1077679"/>
      </dsp:txXfrm>
    </dsp:sp>
    <dsp:sp modelId="{31949714-5D42-40ED-BCC8-4F8EBB5969F6}">
      <dsp:nvSpPr>
        <dsp:cNvPr id="0" name=""/>
        <dsp:cNvSpPr/>
      </dsp:nvSpPr>
      <dsp:spPr>
        <a:xfrm>
          <a:off x="724225" y="1144796"/>
          <a:ext cx="2896903" cy="1077679"/>
        </a:xfrm>
        <a:prstGeom prst="rect">
          <a:avLst/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Detect low-performing products.</a:t>
          </a:r>
        </a:p>
      </dsp:txBody>
      <dsp:txXfrm>
        <a:off x="724225" y="1144796"/>
        <a:ext cx="2896903" cy="1077679"/>
      </dsp:txXfrm>
    </dsp:sp>
    <dsp:sp modelId="{CDE3AFFA-9A7F-4D4E-A180-DB5019C27D43}">
      <dsp:nvSpPr>
        <dsp:cNvPr id="0" name=""/>
        <dsp:cNvSpPr/>
      </dsp:nvSpPr>
      <dsp:spPr>
        <a:xfrm>
          <a:off x="0" y="1144796"/>
          <a:ext cx="724225" cy="107767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2483469"/>
              <a:satOff val="9953"/>
              <a:lumOff val="215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Detect</a:t>
          </a:r>
        </a:p>
      </dsp:txBody>
      <dsp:txXfrm>
        <a:off x="0" y="1144796"/>
        <a:ext cx="724225" cy="1077679"/>
      </dsp:txXfrm>
    </dsp:sp>
    <dsp:sp modelId="{FB0F0C47-0697-44C5-AA0D-50B43E10C4BB}">
      <dsp:nvSpPr>
        <dsp:cNvPr id="0" name=""/>
        <dsp:cNvSpPr/>
      </dsp:nvSpPr>
      <dsp:spPr>
        <a:xfrm>
          <a:off x="724225" y="2287137"/>
          <a:ext cx="2896903" cy="1077679"/>
        </a:xfrm>
        <a:prstGeom prst="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Improve inventory turnover.</a:t>
          </a:r>
        </a:p>
      </dsp:txBody>
      <dsp:txXfrm>
        <a:off x="724225" y="2287137"/>
        <a:ext cx="2896903" cy="1077679"/>
      </dsp:txXfrm>
    </dsp:sp>
    <dsp:sp modelId="{49B49EE7-528E-4AA7-9827-FC68C836ED0A}">
      <dsp:nvSpPr>
        <dsp:cNvPr id="0" name=""/>
        <dsp:cNvSpPr/>
      </dsp:nvSpPr>
      <dsp:spPr>
        <a:xfrm>
          <a:off x="0" y="2287137"/>
          <a:ext cx="724225" cy="107767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966938"/>
              <a:satOff val="19906"/>
              <a:lumOff val="43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Improve</a:t>
          </a:r>
        </a:p>
      </dsp:txBody>
      <dsp:txXfrm>
        <a:off x="0" y="2287137"/>
        <a:ext cx="724225" cy="1077679"/>
      </dsp:txXfrm>
    </dsp:sp>
    <dsp:sp modelId="{A12613EE-6D52-4444-AFF1-0D82EC676709}">
      <dsp:nvSpPr>
        <dsp:cNvPr id="0" name=""/>
        <dsp:cNvSpPr/>
      </dsp:nvSpPr>
      <dsp:spPr>
        <a:xfrm>
          <a:off x="724225" y="3429478"/>
          <a:ext cx="2896903" cy="1077679"/>
        </a:xfrm>
        <a:prstGeom prst="rect">
          <a:avLst/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Optimize marketing campaigns using customer trends.</a:t>
          </a:r>
        </a:p>
      </dsp:txBody>
      <dsp:txXfrm>
        <a:off x="724225" y="3429478"/>
        <a:ext cx="2896903" cy="1077679"/>
      </dsp:txXfrm>
    </dsp:sp>
    <dsp:sp modelId="{A0AC56C0-036E-49FA-B646-521536B8B354}">
      <dsp:nvSpPr>
        <dsp:cNvPr id="0" name=""/>
        <dsp:cNvSpPr/>
      </dsp:nvSpPr>
      <dsp:spPr>
        <a:xfrm>
          <a:off x="0" y="3429478"/>
          <a:ext cx="724225" cy="107767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7450407"/>
              <a:satOff val="29858"/>
              <a:lumOff val="647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Optimize</a:t>
          </a:r>
        </a:p>
      </dsp:txBody>
      <dsp:txXfrm>
        <a:off x="0" y="3429478"/>
        <a:ext cx="724225" cy="1077679"/>
      </dsp:txXfrm>
    </dsp:sp>
    <dsp:sp modelId="{E5E25227-2D83-4BD2-A4CC-3A6EEB7B6B9F}">
      <dsp:nvSpPr>
        <dsp:cNvPr id="0" name=""/>
        <dsp:cNvSpPr/>
      </dsp:nvSpPr>
      <dsp:spPr>
        <a:xfrm>
          <a:off x="724225" y="4571818"/>
          <a:ext cx="2896903" cy="1077679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208" tIns="273731" rIns="56208" bIns="27373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Support strategic business decisions with real-time analytics.</a:t>
          </a:r>
        </a:p>
      </dsp:txBody>
      <dsp:txXfrm>
        <a:off x="724225" y="4571818"/>
        <a:ext cx="2896903" cy="1077679"/>
      </dsp:txXfrm>
    </dsp:sp>
    <dsp:sp modelId="{717F7C0A-9F84-4179-B02D-26686BB94C0E}">
      <dsp:nvSpPr>
        <dsp:cNvPr id="0" name=""/>
        <dsp:cNvSpPr/>
      </dsp:nvSpPr>
      <dsp:spPr>
        <a:xfrm>
          <a:off x="0" y="4571818"/>
          <a:ext cx="724225" cy="1077679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324" tIns="106451" rIns="38324" bIns="10645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Support</a:t>
          </a:r>
        </a:p>
      </dsp:txBody>
      <dsp:txXfrm>
        <a:off x="0" y="4571818"/>
        <a:ext cx="724225" cy="107767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B0699C-8898-4EEF-BDE5-E36CFAA33F18}">
      <dsp:nvSpPr>
        <dsp:cNvPr id="0" name=""/>
        <dsp:cNvSpPr/>
      </dsp:nvSpPr>
      <dsp:spPr>
        <a:xfrm>
          <a:off x="1052579" y="277958"/>
          <a:ext cx="739599" cy="7395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504191-AD1F-468D-8398-F5712327C7CE}">
      <dsp:nvSpPr>
        <dsp:cNvPr id="0" name=""/>
        <dsp:cNvSpPr/>
      </dsp:nvSpPr>
      <dsp:spPr>
        <a:xfrm>
          <a:off x="600601" y="1296509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Maintain consistent weekly commits.</a:t>
          </a:r>
        </a:p>
      </dsp:txBody>
      <dsp:txXfrm>
        <a:off x="600601" y="1296509"/>
        <a:ext cx="1643554" cy="657421"/>
      </dsp:txXfrm>
    </dsp:sp>
    <dsp:sp modelId="{04415C18-A270-41CF-B6B4-4D11485BAFFA}">
      <dsp:nvSpPr>
        <dsp:cNvPr id="0" name=""/>
        <dsp:cNvSpPr/>
      </dsp:nvSpPr>
      <dsp:spPr>
        <a:xfrm>
          <a:off x="2983756" y="277958"/>
          <a:ext cx="739599" cy="7395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D227C-2B0E-413E-9412-77AAD3B00091}">
      <dsp:nvSpPr>
        <dsp:cNvPr id="0" name=""/>
        <dsp:cNvSpPr/>
      </dsp:nvSpPr>
      <dsp:spPr>
        <a:xfrm>
          <a:off x="2531778" y="1296509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 semantic commit messages like data-clean:, eda:, model:.</a:t>
          </a:r>
        </a:p>
      </dsp:txBody>
      <dsp:txXfrm>
        <a:off x="2531778" y="1296509"/>
        <a:ext cx="1643554" cy="657421"/>
      </dsp:txXfrm>
    </dsp:sp>
    <dsp:sp modelId="{25F9380D-D520-4192-A6A1-FFA3338DF523}">
      <dsp:nvSpPr>
        <dsp:cNvPr id="0" name=""/>
        <dsp:cNvSpPr/>
      </dsp:nvSpPr>
      <dsp:spPr>
        <a:xfrm>
          <a:off x="1052579" y="2364820"/>
          <a:ext cx="739599" cy="7395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3477ED-B393-4051-A51C-3A7F05FE6F19}">
      <dsp:nvSpPr>
        <dsp:cNvPr id="0" name=""/>
        <dsp:cNvSpPr/>
      </dsp:nvSpPr>
      <dsp:spPr>
        <a:xfrm>
          <a:off x="600601" y="3383371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Avoid uploading massive raw files directly.</a:t>
          </a:r>
        </a:p>
      </dsp:txBody>
      <dsp:txXfrm>
        <a:off x="600601" y="3383371"/>
        <a:ext cx="1643554" cy="657421"/>
      </dsp:txXfrm>
    </dsp:sp>
    <dsp:sp modelId="{7061C34A-B1BE-4375-AAE8-E5226688EB23}">
      <dsp:nvSpPr>
        <dsp:cNvPr id="0" name=""/>
        <dsp:cNvSpPr/>
      </dsp:nvSpPr>
      <dsp:spPr>
        <a:xfrm>
          <a:off x="2983756" y="2364820"/>
          <a:ext cx="739599" cy="7395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497CBE-CF86-41A4-B1D7-276F01FDD977}">
      <dsp:nvSpPr>
        <dsp:cNvPr id="0" name=""/>
        <dsp:cNvSpPr/>
      </dsp:nvSpPr>
      <dsp:spPr>
        <a:xfrm>
          <a:off x="2531778" y="3383371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 feature branches for major updates.</a:t>
          </a:r>
        </a:p>
      </dsp:txBody>
      <dsp:txXfrm>
        <a:off x="2531778" y="3383371"/>
        <a:ext cx="1643554" cy="657421"/>
      </dsp:txXfrm>
    </dsp:sp>
    <dsp:sp modelId="{3EA2E725-7A99-4886-AE63-D0D31ACE4A23}">
      <dsp:nvSpPr>
        <dsp:cNvPr id="0" name=""/>
        <dsp:cNvSpPr/>
      </dsp:nvSpPr>
      <dsp:spPr>
        <a:xfrm>
          <a:off x="2018167" y="4451681"/>
          <a:ext cx="739599" cy="7395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88E535-84FC-41F5-925C-1E0FE9D87359}">
      <dsp:nvSpPr>
        <dsp:cNvPr id="0" name=""/>
        <dsp:cNvSpPr/>
      </dsp:nvSpPr>
      <dsp:spPr>
        <a:xfrm>
          <a:off x="1566190" y="5470232"/>
          <a:ext cx="1643554" cy="6574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Ensure repository transparency and professionalism.</a:t>
          </a:r>
        </a:p>
      </dsp:txBody>
      <dsp:txXfrm>
        <a:off x="1566190" y="5470232"/>
        <a:ext cx="1643554" cy="65742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877781-99E0-4619-A020-E53BC304B5C6}">
      <dsp:nvSpPr>
        <dsp:cNvPr id="0" name=""/>
        <dsp:cNvSpPr/>
      </dsp:nvSpPr>
      <dsp:spPr>
        <a:xfrm>
          <a:off x="840986" y="392674"/>
          <a:ext cx="702421" cy="7024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C2D50A-2B99-42BC-90AD-385B43BF8B50}">
      <dsp:nvSpPr>
        <dsp:cNvPr id="0" name=""/>
        <dsp:cNvSpPr/>
      </dsp:nvSpPr>
      <dsp:spPr>
        <a:xfrm>
          <a:off x="411728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Interactive Power BI/Tableau Dashboard</a:t>
          </a:r>
        </a:p>
      </dsp:txBody>
      <dsp:txXfrm>
        <a:off x="411728" y="1356176"/>
        <a:ext cx="1560937" cy="624375"/>
      </dsp:txXfrm>
    </dsp:sp>
    <dsp:sp modelId="{DBFBEBF4-0A91-44B1-B75D-6442805B6D53}">
      <dsp:nvSpPr>
        <dsp:cNvPr id="0" name=""/>
        <dsp:cNvSpPr/>
      </dsp:nvSpPr>
      <dsp:spPr>
        <a:xfrm>
          <a:off x="2675088" y="392674"/>
          <a:ext cx="702421" cy="7024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AD4976-CBFA-4251-9459-A06EC9FE1E25}">
      <dsp:nvSpPr>
        <dsp:cNvPr id="0" name=""/>
        <dsp:cNvSpPr/>
      </dsp:nvSpPr>
      <dsp:spPr>
        <a:xfrm>
          <a:off x="2245830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Cleaned and structured dataset</a:t>
          </a:r>
        </a:p>
      </dsp:txBody>
      <dsp:txXfrm>
        <a:off x="2245830" y="1356176"/>
        <a:ext cx="1560937" cy="624375"/>
      </dsp:txXfrm>
    </dsp:sp>
    <dsp:sp modelId="{A0718616-AC83-4DB1-AF86-AB23C5D26C4F}">
      <dsp:nvSpPr>
        <dsp:cNvPr id="0" name=""/>
        <dsp:cNvSpPr/>
      </dsp:nvSpPr>
      <dsp:spPr>
        <a:xfrm>
          <a:off x="4509189" y="392674"/>
          <a:ext cx="702421" cy="7024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25EEDE-B3C6-494C-AFC2-C51A75697FBD}">
      <dsp:nvSpPr>
        <dsp:cNvPr id="0" name=""/>
        <dsp:cNvSpPr/>
      </dsp:nvSpPr>
      <dsp:spPr>
        <a:xfrm>
          <a:off x="4079932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SQL query scripts</a:t>
          </a:r>
        </a:p>
      </dsp:txBody>
      <dsp:txXfrm>
        <a:off x="4079932" y="1356176"/>
        <a:ext cx="1560937" cy="624375"/>
      </dsp:txXfrm>
    </dsp:sp>
    <dsp:sp modelId="{42318E53-5076-432A-A6CA-D8BA5F8F91E9}">
      <dsp:nvSpPr>
        <dsp:cNvPr id="0" name=""/>
        <dsp:cNvSpPr/>
      </dsp:nvSpPr>
      <dsp:spPr>
        <a:xfrm>
          <a:off x="6343291" y="392674"/>
          <a:ext cx="702421" cy="7024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5D496-C7B1-4768-83A7-9EDC9D4F180F}">
      <dsp:nvSpPr>
        <dsp:cNvPr id="0" name=""/>
        <dsp:cNvSpPr/>
      </dsp:nvSpPr>
      <dsp:spPr>
        <a:xfrm>
          <a:off x="5914033" y="1356176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Final analytical report</a:t>
          </a:r>
        </a:p>
      </dsp:txBody>
      <dsp:txXfrm>
        <a:off x="5914033" y="1356176"/>
        <a:ext cx="1560937" cy="624375"/>
      </dsp:txXfrm>
    </dsp:sp>
    <dsp:sp modelId="{4EF2F9DE-46E1-4CD0-BB39-4AC2747F4A98}">
      <dsp:nvSpPr>
        <dsp:cNvPr id="0" name=""/>
        <dsp:cNvSpPr/>
      </dsp:nvSpPr>
      <dsp:spPr>
        <a:xfrm>
          <a:off x="3592139" y="2370786"/>
          <a:ext cx="702421" cy="7024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0899A7-D915-402D-AC18-A19C039B2728}">
      <dsp:nvSpPr>
        <dsp:cNvPr id="0" name=""/>
        <dsp:cNvSpPr/>
      </dsp:nvSpPr>
      <dsp:spPr>
        <a:xfrm>
          <a:off x="3162881" y="3334288"/>
          <a:ext cx="1560937" cy="62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GitHub repository with weekly contributions</a:t>
          </a:r>
        </a:p>
      </dsp:txBody>
      <dsp:txXfrm>
        <a:off x="3162881" y="3334288"/>
        <a:ext cx="1560937" cy="62437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63BF5A-038A-489E-AEE0-15F51F4DDD23}">
      <dsp:nvSpPr>
        <dsp:cNvPr id="0" name=""/>
        <dsp:cNvSpPr/>
      </dsp:nvSpPr>
      <dsp:spPr>
        <a:xfrm>
          <a:off x="145153" y="800136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668C11-FF3D-474C-9E7A-7A7B4B9C6B34}">
      <dsp:nvSpPr>
        <dsp:cNvPr id="0" name=""/>
        <dsp:cNvSpPr/>
      </dsp:nvSpPr>
      <dsp:spPr>
        <a:xfrm>
          <a:off x="356344" y="1011326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AD2637-64F2-4285-A5C8-3AF1FE618B4D}">
      <dsp:nvSpPr>
        <dsp:cNvPr id="0" name=""/>
        <dsp:cNvSpPr/>
      </dsp:nvSpPr>
      <dsp:spPr>
        <a:xfrm>
          <a:off x="1366323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project demonstrates practical data analytics skills.</a:t>
          </a:r>
        </a:p>
      </dsp:txBody>
      <dsp:txXfrm>
        <a:off x="1366323" y="800136"/>
        <a:ext cx="2370505" cy="1005669"/>
      </dsp:txXfrm>
    </dsp:sp>
    <dsp:sp modelId="{34D316D0-2759-4E9B-AA67-6116B828611B}">
      <dsp:nvSpPr>
        <dsp:cNvPr id="0" name=""/>
        <dsp:cNvSpPr/>
      </dsp:nvSpPr>
      <dsp:spPr>
        <a:xfrm>
          <a:off x="4149871" y="800136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1A321B-129F-4D1F-B1B0-AC29176B161E}">
      <dsp:nvSpPr>
        <dsp:cNvPr id="0" name=""/>
        <dsp:cNvSpPr/>
      </dsp:nvSpPr>
      <dsp:spPr>
        <a:xfrm>
          <a:off x="4361061" y="1011326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12593-73B2-4A98-8444-4E5D52AD68BE}">
      <dsp:nvSpPr>
        <dsp:cNvPr id="0" name=""/>
        <dsp:cNvSpPr/>
      </dsp:nvSpPr>
      <dsp:spPr>
        <a:xfrm>
          <a:off x="5371040" y="800136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Provides experience in SQL, Python, BI tools, and reporting.</a:t>
          </a:r>
        </a:p>
      </dsp:txBody>
      <dsp:txXfrm>
        <a:off x="5371040" y="800136"/>
        <a:ext cx="2370505" cy="1005669"/>
      </dsp:txXfrm>
    </dsp:sp>
    <dsp:sp modelId="{657CE1E1-8D86-41B5-837F-D1E0173BDA0C}">
      <dsp:nvSpPr>
        <dsp:cNvPr id="0" name=""/>
        <dsp:cNvSpPr/>
      </dsp:nvSpPr>
      <dsp:spPr>
        <a:xfrm>
          <a:off x="145153" y="2545532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F21B87-3F70-43D3-A1A6-CD6691F265E5}">
      <dsp:nvSpPr>
        <dsp:cNvPr id="0" name=""/>
        <dsp:cNvSpPr/>
      </dsp:nvSpPr>
      <dsp:spPr>
        <a:xfrm>
          <a:off x="356344" y="2756723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90FD6E-DFC7-4D80-8483-6533D00E2C13}">
      <dsp:nvSpPr>
        <dsp:cNvPr id="0" name=""/>
        <dsp:cNvSpPr/>
      </dsp:nvSpPr>
      <dsp:spPr>
        <a:xfrm>
          <a:off x="1366323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Helps businesses improve operational efficiency.</a:t>
          </a:r>
        </a:p>
      </dsp:txBody>
      <dsp:txXfrm>
        <a:off x="1366323" y="2545532"/>
        <a:ext cx="2370505" cy="1005669"/>
      </dsp:txXfrm>
    </dsp:sp>
    <dsp:sp modelId="{6ABE6D68-3021-424A-8A9A-388341EB2C8B}">
      <dsp:nvSpPr>
        <dsp:cNvPr id="0" name=""/>
        <dsp:cNvSpPr/>
      </dsp:nvSpPr>
      <dsp:spPr>
        <a:xfrm>
          <a:off x="4149871" y="2545532"/>
          <a:ext cx="1005669" cy="1005669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3465C9-9A1E-4FC1-8217-C0975DA421B0}">
      <dsp:nvSpPr>
        <dsp:cNvPr id="0" name=""/>
        <dsp:cNvSpPr/>
      </dsp:nvSpPr>
      <dsp:spPr>
        <a:xfrm>
          <a:off x="4361061" y="2756723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D7ACE-D11E-41B5-ABDD-1A3B70D34B57}">
      <dsp:nvSpPr>
        <dsp:cNvPr id="0" name=""/>
        <dsp:cNvSpPr/>
      </dsp:nvSpPr>
      <dsp:spPr>
        <a:xfrm>
          <a:off x="5371040" y="254553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Creates a professional portfolio-ready analytics solution.</a:t>
          </a:r>
        </a:p>
      </dsp:txBody>
      <dsp:txXfrm>
        <a:off x="5371040" y="2545532"/>
        <a:ext cx="2370505" cy="100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3.xml"/><Relationship Id="rId7" Type="http://schemas.microsoft.com/office/2007/relationships/diagramDrawing" Target="../diagrams/drawing13.xml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3.xml"/><Relationship Id="rId5" Type="http://schemas.openxmlformats.org/officeDocument/2006/relationships/diagramQuickStyle" Target="../diagrams/quickStyle13.xml"/><Relationship Id="rId4" Type="http://schemas.openxmlformats.org/officeDocument/2006/relationships/diagramLayout" Target="../diagrams/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9141714" cy="3490956"/>
            <a:chOff x="651279" y="598259"/>
            <a:chExt cx="10889442" cy="5680742"/>
          </a:xfrm>
        </p:grpSpPr>
        <p:sp>
          <p:nvSpPr>
            <p:cNvPr id="76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7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Shopping bag">
            <a:extLst>
              <a:ext uri="{FF2B5EF4-FFF2-40B4-BE49-F238E27FC236}">
                <a16:creationId xmlns:a16="http://schemas.microsoft.com/office/drawing/2014/main" id="{7E7C1D41-BD76-8B88-7552-3D926335A6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02735" y="1655170"/>
            <a:ext cx="3547660" cy="3547660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9"/>
            <a:ext cx="4269714" cy="2587131"/>
          </a:xfrm>
        </p:spPr>
        <p:txBody>
          <a:bodyPr anchor="b">
            <a:normAutofit/>
          </a:bodyPr>
          <a:lstStyle/>
          <a:p>
            <a:pPr algn="l"/>
            <a:r>
              <a:rPr lang="en-US" sz="39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Omnichannel</a:t>
            </a:r>
            <a:r>
              <a:rPr lang="en-US" sz="3900" b="1">
                <a:solidFill>
                  <a:schemeClr val="bg1"/>
                </a:solidFill>
              </a:rPr>
              <a:t> Retail Sales &amp; Inventory 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531" y="3855551"/>
            <a:ext cx="3914577" cy="2362369"/>
          </a:xfrm>
        </p:spPr>
        <p:txBody>
          <a:bodyPr anchor="ctr"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Internship Project</a:t>
            </a:r>
          </a:p>
          <a:p>
            <a:pPr>
              <a:lnSpc>
                <a:spcPct val="90000"/>
              </a:lnSpc>
            </a:pPr>
            <a:r>
              <a:rPr lang="en-US" sz="15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 &amp; E-commerce Analytics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GROUP MEMBER NAME 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MANSI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ADITYA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HRUSIKESH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5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6" y="-2"/>
            <a:ext cx="2601176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457B6BA5-6A5A-8035-B5FB-553A93B119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72990307"/>
              </p:ext>
            </p:extLst>
          </p:nvPr>
        </p:nvGraphicFramePr>
        <p:xfrm>
          <a:off x="2845722" y="288758"/>
          <a:ext cx="5669628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6" y="-2"/>
            <a:ext cx="2601176" cy="6858000"/>
            <a:chOff x="651279" y="598259"/>
            <a:chExt cx="10889442" cy="5680742"/>
          </a:xfrm>
        </p:grpSpPr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r>
              <a:rPr lang="en-US" sz="4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Problem Statement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A46986-FD18-CEEC-B6D0-7A20F8818E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284827"/>
              </p:ext>
            </p:extLst>
          </p:nvPr>
        </p:nvGraphicFramePr>
        <p:xfrm>
          <a:off x="2845722" y="288758"/>
          <a:ext cx="5669628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6" y="-2"/>
            <a:ext cx="2601176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r>
              <a:rPr lang="en-US" sz="4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0EBD1B-EFC5-517E-F2F7-C7D70224E6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1182797"/>
              </p:ext>
            </p:extLst>
          </p:nvPr>
        </p:nvGraphicFramePr>
        <p:xfrm>
          <a:off x="2845722" y="288758"/>
          <a:ext cx="5669628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9EBF13D5-64BB-423E-9E4C-F39114475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EBC7BED-6AA7-4C43-BEE8-A3CB5F8C1E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1C89947A-0D9D-4559-A1F6-5F6CD1970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E0255540-1F77-4262-B834-1ED14250F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A19DEE5-2EE5-445A-B461-7D2879B05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FCA5807F-F210-4970-A34F-3573405B4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E9A8BB80-30A6-41EC-BE13-1B088DC3E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238" y="908263"/>
            <a:ext cx="7619238" cy="2274996"/>
          </a:xfrm>
        </p:spPr>
        <p:txBody>
          <a:bodyPr anchor="b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Indicators (KPIs)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5A928F11-5DA6-BA7E-4DA3-28FF4CAEC9D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1238" y="3452971"/>
          <a:ext cx="7619238" cy="2596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9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>
            <a:normAutofit/>
          </a:bodyPr>
          <a:lstStyle/>
          <a:p>
            <a:pPr defTabSz="914400"/>
            <a:r>
              <a:rPr lang="en-US" b="1"/>
              <a:t>Technology Stack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4A7F6EC7-0E89-D2E5-AEE5-D1060C12D5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628737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36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1 – Data Collection &amp; Cleaning</a:t>
            </a: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C32FBD72-01A7-DB62-3DD4-39C7647E4C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629817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2 – SQL Database &amp;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6AB0FE-3707-94EF-E8A4-9A35E60F0C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0343602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41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3 – Dashboard Development</a:t>
            </a:r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0C2AE34E-E23B-7E8C-1191-37A11F5CBC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9123033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Week 4 – Insight Generation &amp; Reporting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D397DA0-D079-507E-31D7-FE908DD78C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3228497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47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8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Visualizations</a:t>
            </a:r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E301F53C-6E0F-C1E2-F3D6-E7E0BE0AA1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6995601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66361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 Business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478BFA-B40A-A570-72C4-DDDABFB8BF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7218815"/>
              </p:ext>
            </p:extLst>
          </p:nvPr>
        </p:nvGraphicFramePr>
        <p:xfrm>
          <a:off x="4894221" y="529388"/>
          <a:ext cx="3621129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530289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2636433" cy="5340097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&amp; Version Control Guidelines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953C61-61CB-65E3-7A75-B6331197A7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7527223"/>
              </p:ext>
            </p:extLst>
          </p:nvPr>
        </p:nvGraphicFramePr>
        <p:xfrm>
          <a:off x="3739414" y="231006"/>
          <a:ext cx="4775935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D43077BF-B2A5-DEDD-9CC0-6338713AC2A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Deliverables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87AAEF-D3FD-D534-7942-93398029E3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742057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D0B7545-8CD8-22E0-34C4-D01CF819F3D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F9ABB5-BFD6-E6B7-BEC3-C3170FC44B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20363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559</Words>
  <Application>Microsoft Office PowerPoint</Application>
  <PresentationFormat>On-screen Show (4:3)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Omnichannel Retail Sales &amp; Inventory Analytics Dashboard</vt:lpstr>
      <vt:lpstr>Project Overview</vt:lpstr>
      <vt:lpstr>Executive Problem Statement</vt:lpstr>
      <vt:lpstr>Business Objectives</vt:lpstr>
      <vt:lpstr>Key Performance Indicators (KPIs)</vt:lpstr>
      <vt:lpstr>Technology Stack</vt:lpstr>
      <vt:lpstr>Week 1 – Data Collection &amp; Cleaning</vt:lpstr>
      <vt:lpstr>Week 2 – SQL Database &amp; Analysis</vt:lpstr>
      <vt:lpstr>Week 3 – Dashboard Development</vt:lpstr>
      <vt:lpstr>Week 4 – Insight Generation &amp; Reporting</vt:lpstr>
      <vt:lpstr>Dashboard Visualizations</vt:lpstr>
      <vt:lpstr>Expected Business Insights</vt:lpstr>
      <vt:lpstr>GitHub &amp; Version Control Guidelines</vt:lpstr>
      <vt:lpstr>Project Deliverables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 PC</dc:creator>
  <cp:keywords/>
  <dc:description>generated using python-pptx</dc:description>
  <cp:lastModifiedBy>mansi sharma</cp:lastModifiedBy>
  <cp:revision>2</cp:revision>
  <dcterms:created xsi:type="dcterms:W3CDTF">2013-01-27T09:14:16Z</dcterms:created>
  <dcterms:modified xsi:type="dcterms:W3CDTF">2026-05-20T08:24:38Z</dcterms:modified>
  <cp:category/>
</cp:coreProperties>
</file>