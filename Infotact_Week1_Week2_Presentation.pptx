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8" r:id="rId9"/>
    <p:sldId id="26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426" autoAdjust="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080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2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4" Type="http://schemas.openxmlformats.org/officeDocument/2006/relationships/image" Target="../media/image1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2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E15D679-BBFE-4FC8-B8FE-C4BFBAB0EB4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A987DC96-76EA-4D42-A16F-2D6FD1E10801}">
      <dgm:prSet/>
      <dgm:spPr/>
      <dgm:t>
        <a:bodyPr/>
        <a:lstStyle/>
        <a:p>
          <a:r>
            <a:rPr lang="en-US" b="1"/>
            <a:t>Fragmented sales data</a:t>
          </a:r>
          <a:endParaRPr lang="en-US"/>
        </a:p>
      </dgm:t>
    </dgm:pt>
    <dgm:pt modelId="{4DE071DF-907A-4F2A-BFC2-8C82E488B13F}" type="parTrans" cxnId="{ABEADEE7-FC88-48C0-ABC7-9EF92212ED76}">
      <dgm:prSet/>
      <dgm:spPr/>
      <dgm:t>
        <a:bodyPr/>
        <a:lstStyle/>
        <a:p>
          <a:endParaRPr lang="en-US"/>
        </a:p>
      </dgm:t>
    </dgm:pt>
    <dgm:pt modelId="{3768D619-660D-4364-A2F8-F8942E44DB64}" type="sibTrans" cxnId="{ABEADEE7-FC88-48C0-ABC7-9EF92212ED76}">
      <dgm:prSet/>
      <dgm:spPr/>
      <dgm:t>
        <a:bodyPr/>
        <a:lstStyle/>
        <a:p>
          <a:endParaRPr lang="en-US"/>
        </a:p>
      </dgm:t>
    </dgm:pt>
    <dgm:pt modelId="{174CE08A-E8EB-44BA-813C-E1A50F84DC88}">
      <dgm:prSet/>
      <dgm:spPr/>
      <dgm:t>
        <a:bodyPr/>
        <a:lstStyle/>
        <a:p>
          <a:r>
            <a:rPr lang="en-US" b="1"/>
            <a:t>Missing inventory visibility</a:t>
          </a:r>
          <a:endParaRPr lang="en-US"/>
        </a:p>
      </dgm:t>
    </dgm:pt>
    <dgm:pt modelId="{A6CE0554-AAC7-4922-9F93-F0966BE9D6E0}" type="parTrans" cxnId="{76EE13E5-829A-4674-AFDD-E8EB4266E0D1}">
      <dgm:prSet/>
      <dgm:spPr/>
      <dgm:t>
        <a:bodyPr/>
        <a:lstStyle/>
        <a:p>
          <a:endParaRPr lang="en-US"/>
        </a:p>
      </dgm:t>
    </dgm:pt>
    <dgm:pt modelId="{0996C155-D243-4130-A110-BFB2AE537B91}" type="sibTrans" cxnId="{76EE13E5-829A-4674-AFDD-E8EB4266E0D1}">
      <dgm:prSet/>
      <dgm:spPr/>
      <dgm:t>
        <a:bodyPr/>
        <a:lstStyle/>
        <a:p>
          <a:endParaRPr lang="en-US"/>
        </a:p>
      </dgm:t>
    </dgm:pt>
    <dgm:pt modelId="{0340AFAE-F672-49BF-9FD6-AD1A48C3031D}">
      <dgm:prSet/>
      <dgm:spPr/>
      <dgm:t>
        <a:bodyPr/>
        <a:lstStyle/>
        <a:p>
          <a:r>
            <a:rPr lang="en-US" b="1"/>
            <a:t>Poor sales tracking</a:t>
          </a:r>
          <a:endParaRPr lang="en-US"/>
        </a:p>
      </dgm:t>
    </dgm:pt>
    <dgm:pt modelId="{25222F87-2DFF-45D8-A585-191602E485C4}" type="parTrans" cxnId="{502F5F64-FBAE-4FC7-BF98-BFC5565527A0}">
      <dgm:prSet/>
      <dgm:spPr/>
      <dgm:t>
        <a:bodyPr/>
        <a:lstStyle/>
        <a:p>
          <a:endParaRPr lang="en-US"/>
        </a:p>
      </dgm:t>
    </dgm:pt>
    <dgm:pt modelId="{7E2FB2F9-8D7A-45B9-9C52-77AB8104C4D3}" type="sibTrans" cxnId="{502F5F64-FBAE-4FC7-BF98-BFC5565527A0}">
      <dgm:prSet/>
      <dgm:spPr/>
      <dgm:t>
        <a:bodyPr/>
        <a:lstStyle/>
        <a:p>
          <a:endParaRPr lang="en-US"/>
        </a:p>
      </dgm:t>
    </dgm:pt>
    <dgm:pt modelId="{D8E0E137-60B9-4696-8524-D9D557E279C8}">
      <dgm:prSet/>
      <dgm:spPr/>
      <dgm:t>
        <a:bodyPr/>
        <a:lstStyle/>
        <a:p>
          <a:r>
            <a:rPr lang="en-US" b="1"/>
            <a:t>No centralized reporting system</a:t>
          </a:r>
          <a:endParaRPr lang="en-US"/>
        </a:p>
      </dgm:t>
    </dgm:pt>
    <dgm:pt modelId="{487F7612-ECCD-4D29-B22E-E3149F690EA4}" type="parTrans" cxnId="{4E4F6661-0E8A-4915-AEBE-EEAC9DF29D12}">
      <dgm:prSet/>
      <dgm:spPr/>
      <dgm:t>
        <a:bodyPr/>
        <a:lstStyle/>
        <a:p>
          <a:endParaRPr lang="en-US"/>
        </a:p>
      </dgm:t>
    </dgm:pt>
    <dgm:pt modelId="{2BDFA0A7-52E1-4651-BB7A-3F270F313A73}" type="sibTrans" cxnId="{4E4F6661-0E8A-4915-AEBE-EEAC9DF29D12}">
      <dgm:prSet/>
      <dgm:spPr/>
      <dgm:t>
        <a:bodyPr/>
        <a:lstStyle/>
        <a:p>
          <a:endParaRPr lang="en-US"/>
        </a:p>
      </dgm:t>
    </dgm:pt>
    <dgm:pt modelId="{7E87AADD-CEC7-4DB2-B815-34990B9984B9}">
      <dgm:prSet/>
      <dgm:spPr/>
      <dgm:t>
        <a:bodyPr/>
        <a:lstStyle/>
        <a:p>
          <a:r>
            <a:rPr lang="en-US" b="1"/>
            <a:t>Difficulty identifying trends</a:t>
          </a:r>
          <a:endParaRPr lang="en-US"/>
        </a:p>
      </dgm:t>
    </dgm:pt>
    <dgm:pt modelId="{E01271E7-F562-4573-8BA2-4D621EA89E0F}" type="parTrans" cxnId="{CCA1C872-1AF0-4B85-AEAF-D38151F9D276}">
      <dgm:prSet/>
      <dgm:spPr/>
      <dgm:t>
        <a:bodyPr/>
        <a:lstStyle/>
        <a:p>
          <a:endParaRPr lang="en-US"/>
        </a:p>
      </dgm:t>
    </dgm:pt>
    <dgm:pt modelId="{83239CDE-CBF8-4DBB-9435-2B76C6A188A1}" type="sibTrans" cxnId="{CCA1C872-1AF0-4B85-AEAF-D38151F9D276}">
      <dgm:prSet/>
      <dgm:spPr/>
      <dgm:t>
        <a:bodyPr/>
        <a:lstStyle/>
        <a:p>
          <a:endParaRPr lang="en-US"/>
        </a:p>
      </dgm:t>
    </dgm:pt>
    <dgm:pt modelId="{2CCF329A-40FE-41E0-B714-FCB259071C50}" type="pres">
      <dgm:prSet presAssocID="{CE15D679-BBFE-4FC8-B8FE-C4BFBAB0EB4E}" presName="root" presStyleCnt="0">
        <dgm:presLayoutVars>
          <dgm:dir/>
          <dgm:resizeHandles val="exact"/>
        </dgm:presLayoutVars>
      </dgm:prSet>
      <dgm:spPr/>
    </dgm:pt>
    <dgm:pt modelId="{E238792E-7444-48BE-AF06-5E0D09AD0E2D}" type="pres">
      <dgm:prSet presAssocID="{A987DC96-76EA-4D42-A16F-2D6FD1E10801}" presName="compNode" presStyleCnt="0"/>
      <dgm:spPr/>
    </dgm:pt>
    <dgm:pt modelId="{663D7765-50DB-4330-9C4F-E7D4E8BBE8BF}" type="pres">
      <dgm:prSet presAssocID="{A987DC96-76EA-4D42-A16F-2D6FD1E10801}" presName="bgRect" presStyleLbl="bgShp" presStyleIdx="0" presStyleCnt="5"/>
      <dgm:spPr/>
    </dgm:pt>
    <dgm:pt modelId="{CACF0347-88FD-4F08-999A-4581DD6408D6}" type="pres">
      <dgm:prSet presAssocID="{A987DC96-76EA-4D42-A16F-2D6FD1E10801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6538FAE2-C396-441B-B685-F46EB1A33CA4}" type="pres">
      <dgm:prSet presAssocID="{A987DC96-76EA-4D42-A16F-2D6FD1E10801}" presName="spaceRect" presStyleCnt="0"/>
      <dgm:spPr/>
    </dgm:pt>
    <dgm:pt modelId="{AF6622FA-ED86-472D-BAFD-21692056AA42}" type="pres">
      <dgm:prSet presAssocID="{A987DC96-76EA-4D42-A16F-2D6FD1E10801}" presName="parTx" presStyleLbl="revTx" presStyleIdx="0" presStyleCnt="5">
        <dgm:presLayoutVars>
          <dgm:chMax val="0"/>
          <dgm:chPref val="0"/>
        </dgm:presLayoutVars>
      </dgm:prSet>
      <dgm:spPr/>
    </dgm:pt>
    <dgm:pt modelId="{47BA4382-A6F7-4E1F-99FF-599F136DB3AD}" type="pres">
      <dgm:prSet presAssocID="{3768D619-660D-4364-A2F8-F8942E44DB64}" presName="sibTrans" presStyleCnt="0"/>
      <dgm:spPr/>
    </dgm:pt>
    <dgm:pt modelId="{41A914B8-6830-4881-8521-4EC2403E1D10}" type="pres">
      <dgm:prSet presAssocID="{174CE08A-E8EB-44BA-813C-E1A50F84DC88}" presName="compNode" presStyleCnt="0"/>
      <dgm:spPr/>
    </dgm:pt>
    <dgm:pt modelId="{7F24F78D-2A1A-4577-AD46-3710C502611A}" type="pres">
      <dgm:prSet presAssocID="{174CE08A-E8EB-44BA-813C-E1A50F84DC88}" presName="bgRect" presStyleLbl="bgShp" presStyleIdx="1" presStyleCnt="5"/>
      <dgm:spPr/>
    </dgm:pt>
    <dgm:pt modelId="{6A3435F9-11E6-45C2-9777-C687240FB394}" type="pres">
      <dgm:prSet presAssocID="{174CE08A-E8EB-44BA-813C-E1A50F84DC88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44B1665F-2B8C-4945-951D-C6E84A5A31BB}" type="pres">
      <dgm:prSet presAssocID="{174CE08A-E8EB-44BA-813C-E1A50F84DC88}" presName="spaceRect" presStyleCnt="0"/>
      <dgm:spPr/>
    </dgm:pt>
    <dgm:pt modelId="{C3A44D08-9652-412E-A643-47CC78EAD542}" type="pres">
      <dgm:prSet presAssocID="{174CE08A-E8EB-44BA-813C-E1A50F84DC88}" presName="parTx" presStyleLbl="revTx" presStyleIdx="1" presStyleCnt="5">
        <dgm:presLayoutVars>
          <dgm:chMax val="0"/>
          <dgm:chPref val="0"/>
        </dgm:presLayoutVars>
      </dgm:prSet>
      <dgm:spPr/>
    </dgm:pt>
    <dgm:pt modelId="{20B51760-793B-46ED-ACC3-FA90A21156B2}" type="pres">
      <dgm:prSet presAssocID="{0996C155-D243-4130-A110-BFB2AE537B91}" presName="sibTrans" presStyleCnt="0"/>
      <dgm:spPr/>
    </dgm:pt>
    <dgm:pt modelId="{201F1473-8720-4441-8F5D-24698F63E7F6}" type="pres">
      <dgm:prSet presAssocID="{0340AFAE-F672-49BF-9FD6-AD1A48C3031D}" presName="compNode" presStyleCnt="0"/>
      <dgm:spPr/>
    </dgm:pt>
    <dgm:pt modelId="{72E67A8C-5330-476C-ABE9-D29153EF7756}" type="pres">
      <dgm:prSet presAssocID="{0340AFAE-F672-49BF-9FD6-AD1A48C3031D}" presName="bgRect" presStyleLbl="bgShp" presStyleIdx="2" presStyleCnt="5"/>
      <dgm:spPr/>
    </dgm:pt>
    <dgm:pt modelId="{43D8301B-1684-476A-A10B-DEC81CD73578}" type="pres">
      <dgm:prSet presAssocID="{0340AFAE-F672-49BF-9FD6-AD1A48C3031D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ward trend"/>
        </a:ext>
      </dgm:extLst>
    </dgm:pt>
    <dgm:pt modelId="{1A14B068-FE8F-4628-9C98-CFAC092B161F}" type="pres">
      <dgm:prSet presAssocID="{0340AFAE-F672-49BF-9FD6-AD1A48C3031D}" presName="spaceRect" presStyleCnt="0"/>
      <dgm:spPr/>
    </dgm:pt>
    <dgm:pt modelId="{7CA53101-0F32-4979-8305-F67C8DF1ABF9}" type="pres">
      <dgm:prSet presAssocID="{0340AFAE-F672-49BF-9FD6-AD1A48C3031D}" presName="parTx" presStyleLbl="revTx" presStyleIdx="2" presStyleCnt="5">
        <dgm:presLayoutVars>
          <dgm:chMax val="0"/>
          <dgm:chPref val="0"/>
        </dgm:presLayoutVars>
      </dgm:prSet>
      <dgm:spPr/>
    </dgm:pt>
    <dgm:pt modelId="{A61CB58B-5428-4FDD-B072-8EDAE609F641}" type="pres">
      <dgm:prSet presAssocID="{7E2FB2F9-8D7A-45B9-9C52-77AB8104C4D3}" presName="sibTrans" presStyleCnt="0"/>
      <dgm:spPr/>
    </dgm:pt>
    <dgm:pt modelId="{EB17E2F2-E7AD-4657-9C60-90F4655A0D80}" type="pres">
      <dgm:prSet presAssocID="{D8E0E137-60B9-4696-8524-D9D557E279C8}" presName="compNode" presStyleCnt="0"/>
      <dgm:spPr/>
    </dgm:pt>
    <dgm:pt modelId="{35F47A6A-6FCF-40A1-A5CE-CEB8564755F3}" type="pres">
      <dgm:prSet presAssocID="{D8E0E137-60B9-4696-8524-D9D557E279C8}" presName="bgRect" presStyleLbl="bgShp" presStyleIdx="3" presStyleCnt="5"/>
      <dgm:spPr/>
    </dgm:pt>
    <dgm:pt modelId="{065116C7-121B-452F-AA0D-4779FE6864E0}" type="pres">
      <dgm:prSet presAssocID="{D8E0E137-60B9-4696-8524-D9D557E279C8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5E0B220-9852-4FEB-AE9D-872FD9124348}" type="pres">
      <dgm:prSet presAssocID="{D8E0E137-60B9-4696-8524-D9D557E279C8}" presName="spaceRect" presStyleCnt="0"/>
      <dgm:spPr/>
    </dgm:pt>
    <dgm:pt modelId="{C7A07422-BC75-45DB-BD7F-78AC3148AC89}" type="pres">
      <dgm:prSet presAssocID="{D8E0E137-60B9-4696-8524-D9D557E279C8}" presName="parTx" presStyleLbl="revTx" presStyleIdx="3" presStyleCnt="5">
        <dgm:presLayoutVars>
          <dgm:chMax val="0"/>
          <dgm:chPref val="0"/>
        </dgm:presLayoutVars>
      </dgm:prSet>
      <dgm:spPr/>
    </dgm:pt>
    <dgm:pt modelId="{466075DB-27D0-4B5B-9488-1AC826EAB8C0}" type="pres">
      <dgm:prSet presAssocID="{2BDFA0A7-52E1-4651-BB7A-3F270F313A73}" presName="sibTrans" presStyleCnt="0"/>
      <dgm:spPr/>
    </dgm:pt>
    <dgm:pt modelId="{B898BEC7-9A24-4A96-A487-935FBB5C8811}" type="pres">
      <dgm:prSet presAssocID="{7E87AADD-CEC7-4DB2-B815-34990B9984B9}" presName="compNode" presStyleCnt="0"/>
      <dgm:spPr/>
    </dgm:pt>
    <dgm:pt modelId="{6ACE52F8-62F2-429F-ACE5-9C1AFD70CB8C}" type="pres">
      <dgm:prSet presAssocID="{7E87AADD-CEC7-4DB2-B815-34990B9984B9}" presName="bgRect" presStyleLbl="bgShp" presStyleIdx="4" presStyleCnt="5"/>
      <dgm:spPr/>
    </dgm:pt>
    <dgm:pt modelId="{79D6209E-5D17-484A-9E94-884318A0F255}" type="pres">
      <dgm:prSet presAssocID="{7E87AADD-CEC7-4DB2-B815-34990B9984B9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EA1B76D9-9C25-4490-956A-2E12805F95B4}" type="pres">
      <dgm:prSet presAssocID="{7E87AADD-CEC7-4DB2-B815-34990B9984B9}" presName="spaceRect" presStyleCnt="0"/>
      <dgm:spPr/>
    </dgm:pt>
    <dgm:pt modelId="{E50FD4A0-6582-4CDC-8128-E30DC3EAB8D9}" type="pres">
      <dgm:prSet presAssocID="{7E87AADD-CEC7-4DB2-B815-34990B9984B9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B0786621-79CF-4C6A-AF4E-EBEED4C2FDBE}" type="presOf" srcId="{D8E0E137-60B9-4696-8524-D9D557E279C8}" destId="{C7A07422-BC75-45DB-BD7F-78AC3148AC89}" srcOrd="0" destOrd="0" presId="urn:microsoft.com/office/officeart/2018/2/layout/IconVerticalSolidList"/>
    <dgm:cxn modelId="{4E4F6661-0E8A-4915-AEBE-EEAC9DF29D12}" srcId="{CE15D679-BBFE-4FC8-B8FE-C4BFBAB0EB4E}" destId="{D8E0E137-60B9-4696-8524-D9D557E279C8}" srcOrd="3" destOrd="0" parTransId="{487F7612-ECCD-4D29-B22E-E3149F690EA4}" sibTransId="{2BDFA0A7-52E1-4651-BB7A-3F270F313A73}"/>
    <dgm:cxn modelId="{502F5F64-FBAE-4FC7-BF98-BFC5565527A0}" srcId="{CE15D679-BBFE-4FC8-B8FE-C4BFBAB0EB4E}" destId="{0340AFAE-F672-49BF-9FD6-AD1A48C3031D}" srcOrd="2" destOrd="0" parTransId="{25222F87-2DFF-45D8-A585-191602E485C4}" sibTransId="{7E2FB2F9-8D7A-45B9-9C52-77AB8104C4D3}"/>
    <dgm:cxn modelId="{E440934F-FD3F-4D0A-B1B9-FE57D72A5E39}" type="presOf" srcId="{CE15D679-BBFE-4FC8-B8FE-C4BFBAB0EB4E}" destId="{2CCF329A-40FE-41E0-B714-FCB259071C50}" srcOrd="0" destOrd="0" presId="urn:microsoft.com/office/officeart/2018/2/layout/IconVerticalSolidList"/>
    <dgm:cxn modelId="{CCA1C872-1AF0-4B85-AEAF-D38151F9D276}" srcId="{CE15D679-BBFE-4FC8-B8FE-C4BFBAB0EB4E}" destId="{7E87AADD-CEC7-4DB2-B815-34990B9984B9}" srcOrd="4" destOrd="0" parTransId="{E01271E7-F562-4573-8BA2-4D621EA89E0F}" sibTransId="{83239CDE-CBF8-4DBB-9435-2B76C6A188A1}"/>
    <dgm:cxn modelId="{A1676285-331B-4FDC-B1B2-9051AA8EBA1C}" type="presOf" srcId="{A987DC96-76EA-4D42-A16F-2D6FD1E10801}" destId="{AF6622FA-ED86-472D-BAFD-21692056AA42}" srcOrd="0" destOrd="0" presId="urn:microsoft.com/office/officeart/2018/2/layout/IconVerticalSolidList"/>
    <dgm:cxn modelId="{8A84B598-54D2-4C11-9999-78D3EFE7BA55}" type="presOf" srcId="{0340AFAE-F672-49BF-9FD6-AD1A48C3031D}" destId="{7CA53101-0F32-4979-8305-F67C8DF1ABF9}" srcOrd="0" destOrd="0" presId="urn:microsoft.com/office/officeart/2018/2/layout/IconVerticalSolidList"/>
    <dgm:cxn modelId="{19F2BAA8-8F2F-4A8E-B4C6-E090EE22F3C7}" type="presOf" srcId="{174CE08A-E8EB-44BA-813C-E1A50F84DC88}" destId="{C3A44D08-9652-412E-A643-47CC78EAD542}" srcOrd="0" destOrd="0" presId="urn:microsoft.com/office/officeart/2018/2/layout/IconVerticalSolidList"/>
    <dgm:cxn modelId="{F5AEE5BA-2861-4CC1-9EEA-DC97876E6E8B}" type="presOf" srcId="{7E87AADD-CEC7-4DB2-B815-34990B9984B9}" destId="{E50FD4A0-6582-4CDC-8128-E30DC3EAB8D9}" srcOrd="0" destOrd="0" presId="urn:microsoft.com/office/officeart/2018/2/layout/IconVerticalSolidList"/>
    <dgm:cxn modelId="{76EE13E5-829A-4674-AFDD-E8EB4266E0D1}" srcId="{CE15D679-BBFE-4FC8-B8FE-C4BFBAB0EB4E}" destId="{174CE08A-E8EB-44BA-813C-E1A50F84DC88}" srcOrd="1" destOrd="0" parTransId="{A6CE0554-AAC7-4922-9F93-F0966BE9D6E0}" sibTransId="{0996C155-D243-4130-A110-BFB2AE537B91}"/>
    <dgm:cxn modelId="{ABEADEE7-FC88-48C0-ABC7-9EF92212ED76}" srcId="{CE15D679-BBFE-4FC8-B8FE-C4BFBAB0EB4E}" destId="{A987DC96-76EA-4D42-A16F-2D6FD1E10801}" srcOrd="0" destOrd="0" parTransId="{4DE071DF-907A-4F2A-BFC2-8C82E488B13F}" sibTransId="{3768D619-660D-4364-A2F8-F8942E44DB64}"/>
    <dgm:cxn modelId="{8C766995-8169-4315-8393-2E290F01F221}" type="presParOf" srcId="{2CCF329A-40FE-41E0-B714-FCB259071C50}" destId="{E238792E-7444-48BE-AF06-5E0D09AD0E2D}" srcOrd="0" destOrd="0" presId="urn:microsoft.com/office/officeart/2018/2/layout/IconVerticalSolidList"/>
    <dgm:cxn modelId="{F4B4F978-3906-45D7-8862-0A1337F6D623}" type="presParOf" srcId="{E238792E-7444-48BE-AF06-5E0D09AD0E2D}" destId="{663D7765-50DB-4330-9C4F-E7D4E8BBE8BF}" srcOrd="0" destOrd="0" presId="urn:microsoft.com/office/officeart/2018/2/layout/IconVerticalSolidList"/>
    <dgm:cxn modelId="{E187C244-9006-47FF-9FA6-DD1C1DEB8A54}" type="presParOf" srcId="{E238792E-7444-48BE-AF06-5E0D09AD0E2D}" destId="{CACF0347-88FD-4F08-999A-4581DD6408D6}" srcOrd="1" destOrd="0" presId="urn:microsoft.com/office/officeart/2018/2/layout/IconVerticalSolidList"/>
    <dgm:cxn modelId="{A728FF64-EAD3-451D-BDDC-071F662343D6}" type="presParOf" srcId="{E238792E-7444-48BE-AF06-5E0D09AD0E2D}" destId="{6538FAE2-C396-441B-B685-F46EB1A33CA4}" srcOrd="2" destOrd="0" presId="urn:microsoft.com/office/officeart/2018/2/layout/IconVerticalSolidList"/>
    <dgm:cxn modelId="{31156962-E170-4604-BD72-03CFB1D53DF4}" type="presParOf" srcId="{E238792E-7444-48BE-AF06-5E0D09AD0E2D}" destId="{AF6622FA-ED86-472D-BAFD-21692056AA42}" srcOrd="3" destOrd="0" presId="urn:microsoft.com/office/officeart/2018/2/layout/IconVerticalSolidList"/>
    <dgm:cxn modelId="{D1943EB4-B478-4778-9744-9AFA07B8B4C0}" type="presParOf" srcId="{2CCF329A-40FE-41E0-B714-FCB259071C50}" destId="{47BA4382-A6F7-4E1F-99FF-599F136DB3AD}" srcOrd="1" destOrd="0" presId="urn:microsoft.com/office/officeart/2018/2/layout/IconVerticalSolidList"/>
    <dgm:cxn modelId="{007E399B-D0A5-48F5-9971-B8A0F5CE8D17}" type="presParOf" srcId="{2CCF329A-40FE-41E0-B714-FCB259071C50}" destId="{41A914B8-6830-4881-8521-4EC2403E1D10}" srcOrd="2" destOrd="0" presId="urn:microsoft.com/office/officeart/2018/2/layout/IconVerticalSolidList"/>
    <dgm:cxn modelId="{AD822F92-85CF-402D-9F4B-76D15231C1DE}" type="presParOf" srcId="{41A914B8-6830-4881-8521-4EC2403E1D10}" destId="{7F24F78D-2A1A-4577-AD46-3710C502611A}" srcOrd="0" destOrd="0" presId="urn:microsoft.com/office/officeart/2018/2/layout/IconVerticalSolidList"/>
    <dgm:cxn modelId="{479CCEC2-E51D-4FF7-A2EB-25374EE30992}" type="presParOf" srcId="{41A914B8-6830-4881-8521-4EC2403E1D10}" destId="{6A3435F9-11E6-45C2-9777-C687240FB394}" srcOrd="1" destOrd="0" presId="urn:microsoft.com/office/officeart/2018/2/layout/IconVerticalSolidList"/>
    <dgm:cxn modelId="{51372D52-F44F-403C-81D7-C6365B0FD2C1}" type="presParOf" srcId="{41A914B8-6830-4881-8521-4EC2403E1D10}" destId="{44B1665F-2B8C-4945-951D-C6E84A5A31BB}" srcOrd="2" destOrd="0" presId="urn:microsoft.com/office/officeart/2018/2/layout/IconVerticalSolidList"/>
    <dgm:cxn modelId="{BC4854B8-D1D4-4DB1-8191-1943B41B6598}" type="presParOf" srcId="{41A914B8-6830-4881-8521-4EC2403E1D10}" destId="{C3A44D08-9652-412E-A643-47CC78EAD542}" srcOrd="3" destOrd="0" presId="urn:microsoft.com/office/officeart/2018/2/layout/IconVerticalSolidList"/>
    <dgm:cxn modelId="{381EFAAE-6BAB-44CB-8084-002831231156}" type="presParOf" srcId="{2CCF329A-40FE-41E0-B714-FCB259071C50}" destId="{20B51760-793B-46ED-ACC3-FA90A21156B2}" srcOrd="3" destOrd="0" presId="urn:microsoft.com/office/officeart/2018/2/layout/IconVerticalSolidList"/>
    <dgm:cxn modelId="{FCCAE4CE-C4F8-4FFB-9570-A971357EA495}" type="presParOf" srcId="{2CCF329A-40FE-41E0-B714-FCB259071C50}" destId="{201F1473-8720-4441-8F5D-24698F63E7F6}" srcOrd="4" destOrd="0" presId="urn:microsoft.com/office/officeart/2018/2/layout/IconVerticalSolidList"/>
    <dgm:cxn modelId="{6691ED13-5DE3-459C-B71A-FFC1E2526C4C}" type="presParOf" srcId="{201F1473-8720-4441-8F5D-24698F63E7F6}" destId="{72E67A8C-5330-476C-ABE9-D29153EF7756}" srcOrd="0" destOrd="0" presId="urn:microsoft.com/office/officeart/2018/2/layout/IconVerticalSolidList"/>
    <dgm:cxn modelId="{7DB2B451-1E7C-40F5-96D5-393A7A7BDB35}" type="presParOf" srcId="{201F1473-8720-4441-8F5D-24698F63E7F6}" destId="{43D8301B-1684-476A-A10B-DEC81CD73578}" srcOrd="1" destOrd="0" presId="urn:microsoft.com/office/officeart/2018/2/layout/IconVerticalSolidList"/>
    <dgm:cxn modelId="{7071AC63-4E2A-47FA-A82E-CE85D9904860}" type="presParOf" srcId="{201F1473-8720-4441-8F5D-24698F63E7F6}" destId="{1A14B068-FE8F-4628-9C98-CFAC092B161F}" srcOrd="2" destOrd="0" presId="urn:microsoft.com/office/officeart/2018/2/layout/IconVerticalSolidList"/>
    <dgm:cxn modelId="{6AEC3497-3689-4F7C-B720-E51A76F0154A}" type="presParOf" srcId="{201F1473-8720-4441-8F5D-24698F63E7F6}" destId="{7CA53101-0F32-4979-8305-F67C8DF1ABF9}" srcOrd="3" destOrd="0" presId="urn:microsoft.com/office/officeart/2018/2/layout/IconVerticalSolidList"/>
    <dgm:cxn modelId="{538E4388-AD44-4E1D-B0D6-5D426D1BAFB7}" type="presParOf" srcId="{2CCF329A-40FE-41E0-B714-FCB259071C50}" destId="{A61CB58B-5428-4FDD-B072-8EDAE609F641}" srcOrd="5" destOrd="0" presId="urn:microsoft.com/office/officeart/2018/2/layout/IconVerticalSolidList"/>
    <dgm:cxn modelId="{16582D22-84F5-4303-B2E4-06E27123CAE7}" type="presParOf" srcId="{2CCF329A-40FE-41E0-B714-FCB259071C50}" destId="{EB17E2F2-E7AD-4657-9C60-90F4655A0D80}" srcOrd="6" destOrd="0" presId="urn:microsoft.com/office/officeart/2018/2/layout/IconVerticalSolidList"/>
    <dgm:cxn modelId="{A805F23A-BFB7-453C-B851-3D766E9E5C63}" type="presParOf" srcId="{EB17E2F2-E7AD-4657-9C60-90F4655A0D80}" destId="{35F47A6A-6FCF-40A1-A5CE-CEB8564755F3}" srcOrd="0" destOrd="0" presId="urn:microsoft.com/office/officeart/2018/2/layout/IconVerticalSolidList"/>
    <dgm:cxn modelId="{F6F300EA-DAD8-4452-8EFA-C10C93CC5D9A}" type="presParOf" srcId="{EB17E2F2-E7AD-4657-9C60-90F4655A0D80}" destId="{065116C7-121B-452F-AA0D-4779FE6864E0}" srcOrd="1" destOrd="0" presId="urn:microsoft.com/office/officeart/2018/2/layout/IconVerticalSolidList"/>
    <dgm:cxn modelId="{93FE1151-96B8-4F28-A835-55160805E894}" type="presParOf" srcId="{EB17E2F2-E7AD-4657-9C60-90F4655A0D80}" destId="{05E0B220-9852-4FEB-AE9D-872FD9124348}" srcOrd="2" destOrd="0" presId="urn:microsoft.com/office/officeart/2018/2/layout/IconVerticalSolidList"/>
    <dgm:cxn modelId="{A35B979D-BE41-4241-BC2B-641333D65256}" type="presParOf" srcId="{EB17E2F2-E7AD-4657-9C60-90F4655A0D80}" destId="{C7A07422-BC75-45DB-BD7F-78AC3148AC89}" srcOrd="3" destOrd="0" presId="urn:microsoft.com/office/officeart/2018/2/layout/IconVerticalSolidList"/>
    <dgm:cxn modelId="{91B50100-3F7D-42F0-858B-ACBD9B112316}" type="presParOf" srcId="{2CCF329A-40FE-41E0-B714-FCB259071C50}" destId="{466075DB-27D0-4B5B-9488-1AC826EAB8C0}" srcOrd="7" destOrd="0" presId="urn:microsoft.com/office/officeart/2018/2/layout/IconVerticalSolidList"/>
    <dgm:cxn modelId="{65C6EE8C-39F0-4C8E-BEBE-5C53B994E898}" type="presParOf" srcId="{2CCF329A-40FE-41E0-B714-FCB259071C50}" destId="{B898BEC7-9A24-4A96-A487-935FBB5C8811}" srcOrd="8" destOrd="0" presId="urn:microsoft.com/office/officeart/2018/2/layout/IconVerticalSolidList"/>
    <dgm:cxn modelId="{EC15E59B-91A2-4DCD-93A6-D5DAE2EAB520}" type="presParOf" srcId="{B898BEC7-9A24-4A96-A487-935FBB5C8811}" destId="{6ACE52F8-62F2-429F-ACE5-9C1AFD70CB8C}" srcOrd="0" destOrd="0" presId="urn:microsoft.com/office/officeart/2018/2/layout/IconVerticalSolidList"/>
    <dgm:cxn modelId="{7D61EBBD-2864-473E-8FA1-3C4CFCA8254C}" type="presParOf" srcId="{B898BEC7-9A24-4A96-A487-935FBB5C8811}" destId="{79D6209E-5D17-484A-9E94-884318A0F255}" srcOrd="1" destOrd="0" presId="urn:microsoft.com/office/officeart/2018/2/layout/IconVerticalSolidList"/>
    <dgm:cxn modelId="{37A2082B-7FD8-4455-9C59-E9A463ADDA86}" type="presParOf" srcId="{B898BEC7-9A24-4A96-A487-935FBB5C8811}" destId="{EA1B76D9-9C25-4490-956A-2E12805F95B4}" srcOrd="2" destOrd="0" presId="urn:microsoft.com/office/officeart/2018/2/layout/IconVerticalSolidList"/>
    <dgm:cxn modelId="{63722165-966F-450F-BA3C-8D6319B0E0DD}" type="presParOf" srcId="{B898BEC7-9A24-4A96-A487-935FBB5C8811}" destId="{E50FD4A0-6582-4CDC-8128-E30DC3EAB8D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FE60FBA-1D12-4D17-879A-A23A339B6399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33E93E86-08A5-4F47-BB69-5181C7E2E195}">
      <dgm:prSet/>
      <dgm:spPr/>
      <dgm:t>
        <a:bodyPr/>
        <a:lstStyle/>
        <a:p>
          <a:r>
            <a:rPr lang="en-US"/>
            <a:t>Clean retail data</a:t>
          </a:r>
        </a:p>
      </dgm:t>
    </dgm:pt>
    <dgm:pt modelId="{208BB0B5-6593-4511-88C8-A94BB8CA3C29}" type="parTrans" cxnId="{4CD313C5-1962-423D-BF2E-82A7648158B9}">
      <dgm:prSet/>
      <dgm:spPr/>
      <dgm:t>
        <a:bodyPr/>
        <a:lstStyle/>
        <a:p>
          <a:endParaRPr lang="en-US"/>
        </a:p>
      </dgm:t>
    </dgm:pt>
    <dgm:pt modelId="{7B41DA99-A8F6-4C98-8798-C00838A4A916}" type="sibTrans" cxnId="{4CD313C5-1962-423D-BF2E-82A7648158B9}">
      <dgm:prSet/>
      <dgm:spPr/>
      <dgm:t>
        <a:bodyPr/>
        <a:lstStyle/>
        <a:p>
          <a:endParaRPr lang="en-US"/>
        </a:p>
      </dgm:t>
    </dgm:pt>
    <dgm:pt modelId="{0B426A5F-0CFD-43A7-B9E8-131CBCA9820F}">
      <dgm:prSet/>
      <dgm:spPr/>
      <dgm:t>
        <a:bodyPr/>
        <a:lstStyle/>
        <a:p>
          <a:r>
            <a:rPr lang="en-US"/>
            <a:t>Analyze sales trends</a:t>
          </a:r>
        </a:p>
      </dgm:t>
    </dgm:pt>
    <dgm:pt modelId="{D812BE27-A351-477F-946C-377B8FF094D6}" type="parTrans" cxnId="{1E8B2AAB-4963-4AEB-8702-54DE4D995B40}">
      <dgm:prSet/>
      <dgm:spPr/>
      <dgm:t>
        <a:bodyPr/>
        <a:lstStyle/>
        <a:p>
          <a:endParaRPr lang="en-US"/>
        </a:p>
      </dgm:t>
    </dgm:pt>
    <dgm:pt modelId="{627EFC89-BDBC-48FE-8AEE-C4D91124D816}" type="sibTrans" cxnId="{1E8B2AAB-4963-4AEB-8702-54DE4D995B40}">
      <dgm:prSet/>
      <dgm:spPr/>
      <dgm:t>
        <a:bodyPr/>
        <a:lstStyle/>
        <a:p>
          <a:endParaRPr lang="en-US"/>
        </a:p>
      </dgm:t>
    </dgm:pt>
    <dgm:pt modelId="{BD253C33-63AA-4694-9705-D8B6EFD22F37}">
      <dgm:prSet/>
      <dgm:spPr/>
      <dgm:t>
        <a:bodyPr/>
        <a:lstStyle/>
        <a:p>
          <a:r>
            <a:rPr lang="en-US"/>
            <a:t>Identify top products</a:t>
          </a:r>
        </a:p>
      </dgm:t>
    </dgm:pt>
    <dgm:pt modelId="{206DFC29-6C4F-46F8-A225-10ED29807A9F}" type="parTrans" cxnId="{47D02426-620A-4A8C-A3E5-9A32B07E7384}">
      <dgm:prSet/>
      <dgm:spPr/>
      <dgm:t>
        <a:bodyPr/>
        <a:lstStyle/>
        <a:p>
          <a:endParaRPr lang="en-US"/>
        </a:p>
      </dgm:t>
    </dgm:pt>
    <dgm:pt modelId="{CC164CC1-BE52-4446-A00E-8172E4919E29}" type="sibTrans" cxnId="{47D02426-620A-4A8C-A3E5-9A32B07E7384}">
      <dgm:prSet/>
      <dgm:spPr/>
      <dgm:t>
        <a:bodyPr/>
        <a:lstStyle/>
        <a:p>
          <a:endParaRPr lang="en-US"/>
        </a:p>
      </dgm:t>
    </dgm:pt>
    <dgm:pt modelId="{14D5984C-0A43-474F-924F-FCD9333998C3}">
      <dgm:prSet/>
      <dgm:spPr/>
      <dgm:t>
        <a:bodyPr/>
        <a:lstStyle/>
        <a:p>
          <a:r>
            <a:rPr lang="en-US"/>
            <a:t>Create SQL reports</a:t>
          </a:r>
        </a:p>
      </dgm:t>
    </dgm:pt>
    <dgm:pt modelId="{25FB9F50-26BF-484B-9723-D70409F8FCBC}" type="parTrans" cxnId="{072AEFA4-3574-436C-AB07-9DA9879CB330}">
      <dgm:prSet/>
      <dgm:spPr/>
      <dgm:t>
        <a:bodyPr/>
        <a:lstStyle/>
        <a:p>
          <a:endParaRPr lang="en-US"/>
        </a:p>
      </dgm:t>
    </dgm:pt>
    <dgm:pt modelId="{F218792F-0E20-4CBB-A99C-43EDA1196607}" type="sibTrans" cxnId="{072AEFA4-3574-436C-AB07-9DA9879CB330}">
      <dgm:prSet/>
      <dgm:spPr/>
      <dgm:t>
        <a:bodyPr/>
        <a:lstStyle/>
        <a:p>
          <a:endParaRPr lang="en-US"/>
        </a:p>
      </dgm:t>
    </dgm:pt>
    <dgm:pt modelId="{21161FC4-CE76-4E06-96E6-28A5D86CC354}">
      <dgm:prSet/>
      <dgm:spPr/>
      <dgm:t>
        <a:bodyPr/>
        <a:lstStyle/>
        <a:p>
          <a:r>
            <a:rPr lang="en-US"/>
            <a:t>Build interactive dashboard</a:t>
          </a:r>
        </a:p>
      </dgm:t>
    </dgm:pt>
    <dgm:pt modelId="{3AE8B869-A6BB-49AD-A31B-B6ECCB2E919B}" type="parTrans" cxnId="{3EA4E504-841C-4074-A2D4-516AFAB2BA32}">
      <dgm:prSet/>
      <dgm:spPr/>
      <dgm:t>
        <a:bodyPr/>
        <a:lstStyle/>
        <a:p>
          <a:endParaRPr lang="en-US"/>
        </a:p>
      </dgm:t>
    </dgm:pt>
    <dgm:pt modelId="{BF3FE19B-B892-4268-9208-4EFDE1E1985F}" type="sibTrans" cxnId="{3EA4E504-841C-4074-A2D4-516AFAB2BA32}">
      <dgm:prSet/>
      <dgm:spPr/>
      <dgm:t>
        <a:bodyPr/>
        <a:lstStyle/>
        <a:p>
          <a:endParaRPr lang="en-US"/>
        </a:p>
      </dgm:t>
    </dgm:pt>
    <dgm:pt modelId="{4A65AF0E-E40C-4997-A438-1724575BEDA7}" type="pres">
      <dgm:prSet presAssocID="{CFE60FBA-1D12-4D17-879A-A23A339B6399}" presName="root" presStyleCnt="0">
        <dgm:presLayoutVars>
          <dgm:dir/>
          <dgm:resizeHandles val="exact"/>
        </dgm:presLayoutVars>
      </dgm:prSet>
      <dgm:spPr/>
    </dgm:pt>
    <dgm:pt modelId="{8BF5B15B-D74E-4626-A49B-CA9DFE698416}" type="pres">
      <dgm:prSet presAssocID="{33E93E86-08A5-4F47-BB69-5181C7E2E195}" presName="compNode" presStyleCnt="0"/>
      <dgm:spPr/>
    </dgm:pt>
    <dgm:pt modelId="{40927D42-31DD-451A-BFB5-E04FEE503BB4}" type="pres">
      <dgm:prSet presAssocID="{33E93E86-08A5-4F47-BB69-5181C7E2E195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44D5FC87-3E0D-459D-B655-187661A03D60}" type="pres">
      <dgm:prSet presAssocID="{33E93E86-08A5-4F47-BB69-5181C7E2E195}" presName="spaceRect" presStyleCnt="0"/>
      <dgm:spPr/>
    </dgm:pt>
    <dgm:pt modelId="{55C31AF7-2819-40AB-8BF4-D812B3EC8DD1}" type="pres">
      <dgm:prSet presAssocID="{33E93E86-08A5-4F47-BB69-5181C7E2E195}" presName="textRect" presStyleLbl="revTx" presStyleIdx="0" presStyleCnt="5">
        <dgm:presLayoutVars>
          <dgm:chMax val="1"/>
          <dgm:chPref val="1"/>
        </dgm:presLayoutVars>
      </dgm:prSet>
      <dgm:spPr/>
    </dgm:pt>
    <dgm:pt modelId="{BE128CAB-B499-40E6-B4C7-A8F0D7347DB6}" type="pres">
      <dgm:prSet presAssocID="{7B41DA99-A8F6-4C98-8798-C00838A4A916}" presName="sibTrans" presStyleCnt="0"/>
      <dgm:spPr/>
    </dgm:pt>
    <dgm:pt modelId="{9EFF6A2E-4F4B-4F44-9FBA-F274A6A87553}" type="pres">
      <dgm:prSet presAssocID="{0B426A5F-0CFD-43A7-B9E8-131CBCA9820F}" presName="compNode" presStyleCnt="0"/>
      <dgm:spPr/>
    </dgm:pt>
    <dgm:pt modelId="{CC4D883C-1D83-4612-9C41-077D224612F6}" type="pres">
      <dgm:prSet presAssocID="{0B426A5F-0CFD-43A7-B9E8-131CBCA9820F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89345DFB-21B0-4D81-8498-71943F6D6A74}" type="pres">
      <dgm:prSet presAssocID="{0B426A5F-0CFD-43A7-B9E8-131CBCA9820F}" presName="spaceRect" presStyleCnt="0"/>
      <dgm:spPr/>
    </dgm:pt>
    <dgm:pt modelId="{7606C44D-640B-4819-A8BF-9CB3E3559BEE}" type="pres">
      <dgm:prSet presAssocID="{0B426A5F-0CFD-43A7-B9E8-131CBCA9820F}" presName="textRect" presStyleLbl="revTx" presStyleIdx="1" presStyleCnt="5">
        <dgm:presLayoutVars>
          <dgm:chMax val="1"/>
          <dgm:chPref val="1"/>
        </dgm:presLayoutVars>
      </dgm:prSet>
      <dgm:spPr/>
    </dgm:pt>
    <dgm:pt modelId="{C370282B-562B-4E95-B52C-5B8DDBCF60D3}" type="pres">
      <dgm:prSet presAssocID="{627EFC89-BDBC-48FE-8AEE-C4D91124D816}" presName="sibTrans" presStyleCnt="0"/>
      <dgm:spPr/>
    </dgm:pt>
    <dgm:pt modelId="{F9CF6B8D-0A31-45E3-83F3-59DE27957495}" type="pres">
      <dgm:prSet presAssocID="{BD253C33-63AA-4694-9705-D8B6EFD22F37}" presName="compNode" presStyleCnt="0"/>
      <dgm:spPr/>
    </dgm:pt>
    <dgm:pt modelId="{FB6B803F-B082-47ED-A3D1-36DB37973B8D}" type="pres">
      <dgm:prSet presAssocID="{BD253C33-63AA-4694-9705-D8B6EFD22F37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0ED3CCBC-F174-4541-A79F-D54C2795948C}" type="pres">
      <dgm:prSet presAssocID="{BD253C33-63AA-4694-9705-D8B6EFD22F37}" presName="spaceRect" presStyleCnt="0"/>
      <dgm:spPr/>
    </dgm:pt>
    <dgm:pt modelId="{BF483210-13B0-4F98-A7D0-8F046B33AD22}" type="pres">
      <dgm:prSet presAssocID="{BD253C33-63AA-4694-9705-D8B6EFD22F37}" presName="textRect" presStyleLbl="revTx" presStyleIdx="2" presStyleCnt="5">
        <dgm:presLayoutVars>
          <dgm:chMax val="1"/>
          <dgm:chPref val="1"/>
        </dgm:presLayoutVars>
      </dgm:prSet>
      <dgm:spPr/>
    </dgm:pt>
    <dgm:pt modelId="{2D2A066A-1269-4E1C-AD38-4DACE1180E9B}" type="pres">
      <dgm:prSet presAssocID="{CC164CC1-BE52-4446-A00E-8172E4919E29}" presName="sibTrans" presStyleCnt="0"/>
      <dgm:spPr/>
    </dgm:pt>
    <dgm:pt modelId="{491C2D7C-1A1F-4202-820A-EDE1F1F113B0}" type="pres">
      <dgm:prSet presAssocID="{14D5984C-0A43-474F-924F-FCD9333998C3}" presName="compNode" presStyleCnt="0"/>
      <dgm:spPr/>
    </dgm:pt>
    <dgm:pt modelId="{E302364E-6A37-4A8E-AF48-16E60F8FDA07}" type="pres">
      <dgm:prSet presAssocID="{14D5984C-0A43-474F-924F-FCD9333998C3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779A8AA4-EB4F-4FFF-A2B7-579B58A58D30}" type="pres">
      <dgm:prSet presAssocID="{14D5984C-0A43-474F-924F-FCD9333998C3}" presName="spaceRect" presStyleCnt="0"/>
      <dgm:spPr/>
    </dgm:pt>
    <dgm:pt modelId="{D603512F-8C04-408D-9F5E-8617EEA00B49}" type="pres">
      <dgm:prSet presAssocID="{14D5984C-0A43-474F-924F-FCD9333998C3}" presName="textRect" presStyleLbl="revTx" presStyleIdx="3" presStyleCnt="5">
        <dgm:presLayoutVars>
          <dgm:chMax val="1"/>
          <dgm:chPref val="1"/>
        </dgm:presLayoutVars>
      </dgm:prSet>
      <dgm:spPr/>
    </dgm:pt>
    <dgm:pt modelId="{C16E6412-3CEC-40FD-B2D6-3CF841128C54}" type="pres">
      <dgm:prSet presAssocID="{F218792F-0E20-4CBB-A99C-43EDA1196607}" presName="sibTrans" presStyleCnt="0"/>
      <dgm:spPr/>
    </dgm:pt>
    <dgm:pt modelId="{BE0273A7-1194-4A40-A04D-804DED1EB8C8}" type="pres">
      <dgm:prSet presAssocID="{21161FC4-CE76-4E06-96E6-28A5D86CC354}" presName="compNode" presStyleCnt="0"/>
      <dgm:spPr/>
    </dgm:pt>
    <dgm:pt modelId="{6B44B699-2BA7-40C5-8ECD-C1474F30D2AA}" type="pres">
      <dgm:prSet presAssocID="{21161FC4-CE76-4E06-96E6-28A5D86CC354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4DD71CEE-90DE-4BB2-BB95-43082B47DF19}" type="pres">
      <dgm:prSet presAssocID="{21161FC4-CE76-4E06-96E6-28A5D86CC354}" presName="spaceRect" presStyleCnt="0"/>
      <dgm:spPr/>
    </dgm:pt>
    <dgm:pt modelId="{2DD1D137-197A-4D7F-89C4-0FEC4CDFBFAE}" type="pres">
      <dgm:prSet presAssocID="{21161FC4-CE76-4E06-96E6-28A5D86CC354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3EA4E504-841C-4074-A2D4-516AFAB2BA32}" srcId="{CFE60FBA-1D12-4D17-879A-A23A339B6399}" destId="{21161FC4-CE76-4E06-96E6-28A5D86CC354}" srcOrd="4" destOrd="0" parTransId="{3AE8B869-A6BB-49AD-A31B-B6ECCB2E919B}" sibTransId="{BF3FE19B-B892-4268-9208-4EFDE1E1985F}"/>
    <dgm:cxn modelId="{DCD96019-EAB0-42A5-9370-DEFB9896C134}" type="presOf" srcId="{0B426A5F-0CFD-43A7-B9E8-131CBCA9820F}" destId="{7606C44D-640B-4819-A8BF-9CB3E3559BEE}" srcOrd="0" destOrd="0" presId="urn:microsoft.com/office/officeart/2018/2/layout/IconLabelList"/>
    <dgm:cxn modelId="{96EE9222-B977-4660-B522-31A4B705ED56}" type="presOf" srcId="{33E93E86-08A5-4F47-BB69-5181C7E2E195}" destId="{55C31AF7-2819-40AB-8BF4-D812B3EC8DD1}" srcOrd="0" destOrd="0" presId="urn:microsoft.com/office/officeart/2018/2/layout/IconLabelList"/>
    <dgm:cxn modelId="{47D02426-620A-4A8C-A3E5-9A32B07E7384}" srcId="{CFE60FBA-1D12-4D17-879A-A23A339B6399}" destId="{BD253C33-63AA-4694-9705-D8B6EFD22F37}" srcOrd="2" destOrd="0" parTransId="{206DFC29-6C4F-46F8-A225-10ED29807A9F}" sibTransId="{CC164CC1-BE52-4446-A00E-8172E4919E29}"/>
    <dgm:cxn modelId="{9939FF98-5323-47C4-A01E-C16357725B39}" type="presOf" srcId="{14D5984C-0A43-474F-924F-FCD9333998C3}" destId="{D603512F-8C04-408D-9F5E-8617EEA00B49}" srcOrd="0" destOrd="0" presId="urn:microsoft.com/office/officeart/2018/2/layout/IconLabelList"/>
    <dgm:cxn modelId="{072AEFA4-3574-436C-AB07-9DA9879CB330}" srcId="{CFE60FBA-1D12-4D17-879A-A23A339B6399}" destId="{14D5984C-0A43-474F-924F-FCD9333998C3}" srcOrd="3" destOrd="0" parTransId="{25FB9F50-26BF-484B-9723-D70409F8FCBC}" sibTransId="{F218792F-0E20-4CBB-A99C-43EDA1196607}"/>
    <dgm:cxn modelId="{C68897A7-A225-47D3-A445-6C3DBCB5E03D}" type="presOf" srcId="{21161FC4-CE76-4E06-96E6-28A5D86CC354}" destId="{2DD1D137-197A-4D7F-89C4-0FEC4CDFBFAE}" srcOrd="0" destOrd="0" presId="urn:microsoft.com/office/officeart/2018/2/layout/IconLabelList"/>
    <dgm:cxn modelId="{1E8B2AAB-4963-4AEB-8702-54DE4D995B40}" srcId="{CFE60FBA-1D12-4D17-879A-A23A339B6399}" destId="{0B426A5F-0CFD-43A7-B9E8-131CBCA9820F}" srcOrd="1" destOrd="0" parTransId="{D812BE27-A351-477F-946C-377B8FF094D6}" sibTransId="{627EFC89-BDBC-48FE-8AEE-C4D91124D816}"/>
    <dgm:cxn modelId="{4CD313C5-1962-423D-BF2E-82A7648158B9}" srcId="{CFE60FBA-1D12-4D17-879A-A23A339B6399}" destId="{33E93E86-08A5-4F47-BB69-5181C7E2E195}" srcOrd="0" destOrd="0" parTransId="{208BB0B5-6593-4511-88C8-A94BB8CA3C29}" sibTransId="{7B41DA99-A8F6-4C98-8798-C00838A4A916}"/>
    <dgm:cxn modelId="{4B7B99CA-8D10-4C8E-932A-820202473E80}" type="presOf" srcId="{CFE60FBA-1D12-4D17-879A-A23A339B6399}" destId="{4A65AF0E-E40C-4997-A438-1724575BEDA7}" srcOrd="0" destOrd="0" presId="urn:microsoft.com/office/officeart/2018/2/layout/IconLabelList"/>
    <dgm:cxn modelId="{E5B363DE-F56E-4553-ABD8-0996DAD7B863}" type="presOf" srcId="{BD253C33-63AA-4694-9705-D8B6EFD22F37}" destId="{BF483210-13B0-4F98-A7D0-8F046B33AD22}" srcOrd="0" destOrd="0" presId="urn:microsoft.com/office/officeart/2018/2/layout/IconLabelList"/>
    <dgm:cxn modelId="{CC30BFC4-344C-4BC0-BDC0-7513C555AB0C}" type="presParOf" srcId="{4A65AF0E-E40C-4997-A438-1724575BEDA7}" destId="{8BF5B15B-D74E-4626-A49B-CA9DFE698416}" srcOrd="0" destOrd="0" presId="urn:microsoft.com/office/officeart/2018/2/layout/IconLabelList"/>
    <dgm:cxn modelId="{38D36868-14F8-4B22-8266-6135CC5B41CF}" type="presParOf" srcId="{8BF5B15B-D74E-4626-A49B-CA9DFE698416}" destId="{40927D42-31DD-451A-BFB5-E04FEE503BB4}" srcOrd="0" destOrd="0" presId="urn:microsoft.com/office/officeart/2018/2/layout/IconLabelList"/>
    <dgm:cxn modelId="{4D17DB33-A484-4D13-8363-0536DC74FDE9}" type="presParOf" srcId="{8BF5B15B-D74E-4626-A49B-CA9DFE698416}" destId="{44D5FC87-3E0D-459D-B655-187661A03D60}" srcOrd="1" destOrd="0" presId="urn:microsoft.com/office/officeart/2018/2/layout/IconLabelList"/>
    <dgm:cxn modelId="{CA8BE5E8-443F-4288-A6DD-2908BB80A897}" type="presParOf" srcId="{8BF5B15B-D74E-4626-A49B-CA9DFE698416}" destId="{55C31AF7-2819-40AB-8BF4-D812B3EC8DD1}" srcOrd="2" destOrd="0" presId="urn:microsoft.com/office/officeart/2018/2/layout/IconLabelList"/>
    <dgm:cxn modelId="{ACC50532-98E3-4634-8AAA-F115F7831FCA}" type="presParOf" srcId="{4A65AF0E-E40C-4997-A438-1724575BEDA7}" destId="{BE128CAB-B499-40E6-B4C7-A8F0D7347DB6}" srcOrd="1" destOrd="0" presId="urn:microsoft.com/office/officeart/2018/2/layout/IconLabelList"/>
    <dgm:cxn modelId="{92ACB58D-CC64-4EE7-AD4D-1C2854178F4F}" type="presParOf" srcId="{4A65AF0E-E40C-4997-A438-1724575BEDA7}" destId="{9EFF6A2E-4F4B-4F44-9FBA-F274A6A87553}" srcOrd="2" destOrd="0" presId="urn:microsoft.com/office/officeart/2018/2/layout/IconLabelList"/>
    <dgm:cxn modelId="{FC33BB5B-2C24-40D2-8A40-17B677CEBF92}" type="presParOf" srcId="{9EFF6A2E-4F4B-4F44-9FBA-F274A6A87553}" destId="{CC4D883C-1D83-4612-9C41-077D224612F6}" srcOrd="0" destOrd="0" presId="urn:microsoft.com/office/officeart/2018/2/layout/IconLabelList"/>
    <dgm:cxn modelId="{C332511C-1FF4-4674-B2BA-9EA68BAD0B86}" type="presParOf" srcId="{9EFF6A2E-4F4B-4F44-9FBA-F274A6A87553}" destId="{89345DFB-21B0-4D81-8498-71943F6D6A74}" srcOrd="1" destOrd="0" presId="urn:microsoft.com/office/officeart/2018/2/layout/IconLabelList"/>
    <dgm:cxn modelId="{38142A44-1A76-4226-8325-0163CBF9FD0D}" type="presParOf" srcId="{9EFF6A2E-4F4B-4F44-9FBA-F274A6A87553}" destId="{7606C44D-640B-4819-A8BF-9CB3E3559BEE}" srcOrd="2" destOrd="0" presId="urn:microsoft.com/office/officeart/2018/2/layout/IconLabelList"/>
    <dgm:cxn modelId="{31E7B214-23AA-46E0-B5FB-BCC1E18831B6}" type="presParOf" srcId="{4A65AF0E-E40C-4997-A438-1724575BEDA7}" destId="{C370282B-562B-4E95-B52C-5B8DDBCF60D3}" srcOrd="3" destOrd="0" presId="urn:microsoft.com/office/officeart/2018/2/layout/IconLabelList"/>
    <dgm:cxn modelId="{004AEF0D-A8AD-4DDD-8E35-27FA81792C60}" type="presParOf" srcId="{4A65AF0E-E40C-4997-A438-1724575BEDA7}" destId="{F9CF6B8D-0A31-45E3-83F3-59DE27957495}" srcOrd="4" destOrd="0" presId="urn:microsoft.com/office/officeart/2018/2/layout/IconLabelList"/>
    <dgm:cxn modelId="{DE006FA3-F345-40BE-B5D2-976C1DD3CF6A}" type="presParOf" srcId="{F9CF6B8D-0A31-45E3-83F3-59DE27957495}" destId="{FB6B803F-B082-47ED-A3D1-36DB37973B8D}" srcOrd="0" destOrd="0" presId="urn:microsoft.com/office/officeart/2018/2/layout/IconLabelList"/>
    <dgm:cxn modelId="{BF1E3FB9-028C-411F-8D88-2F97C0E6B344}" type="presParOf" srcId="{F9CF6B8D-0A31-45E3-83F3-59DE27957495}" destId="{0ED3CCBC-F174-4541-A79F-D54C2795948C}" srcOrd="1" destOrd="0" presId="urn:microsoft.com/office/officeart/2018/2/layout/IconLabelList"/>
    <dgm:cxn modelId="{66DEC45A-AF5F-43F6-8EDC-C3EFC5DD00B8}" type="presParOf" srcId="{F9CF6B8D-0A31-45E3-83F3-59DE27957495}" destId="{BF483210-13B0-4F98-A7D0-8F046B33AD22}" srcOrd="2" destOrd="0" presId="urn:microsoft.com/office/officeart/2018/2/layout/IconLabelList"/>
    <dgm:cxn modelId="{9188DE4C-9414-4099-B86E-1A909BD4BA3F}" type="presParOf" srcId="{4A65AF0E-E40C-4997-A438-1724575BEDA7}" destId="{2D2A066A-1269-4E1C-AD38-4DACE1180E9B}" srcOrd="5" destOrd="0" presId="urn:microsoft.com/office/officeart/2018/2/layout/IconLabelList"/>
    <dgm:cxn modelId="{E32A4819-5B9F-4960-B450-021E9A6A715C}" type="presParOf" srcId="{4A65AF0E-E40C-4997-A438-1724575BEDA7}" destId="{491C2D7C-1A1F-4202-820A-EDE1F1F113B0}" srcOrd="6" destOrd="0" presId="urn:microsoft.com/office/officeart/2018/2/layout/IconLabelList"/>
    <dgm:cxn modelId="{82F35AA8-D844-479A-810C-8F10E3984573}" type="presParOf" srcId="{491C2D7C-1A1F-4202-820A-EDE1F1F113B0}" destId="{E302364E-6A37-4A8E-AF48-16E60F8FDA07}" srcOrd="0" destOrd="0" presId="urn:microsoft.com/office/officeart/2018/2/layout/IconLabelList"/>
    <dgm:cxn modelId="{25504023-D0C6-4180-9F3F-75165C22F7F8}" type="presParOf" srcId="{491C2D7C-1A1F-4202-820A-EDE1F1F113B0}" destId="{779A8AA4-EB4F-4FFF-A2B7-579B58A58D30}" srcOrd="1" destOrd="0" presId="urn:microsoft.com/office/officeart/2018/2/layout/IconLabelList"/>
    <dgm:cxn modelId="{15D7E311-D252-404D-A4AE-2AE9A948CCEA}" type="presParOf" srcId="{491C2D7C-1A1F-4202-820A-EDE1F1F113B0}" destId="{D603512F-8C04-408D-9F5E-8617EEA00B49}" srcOrd="2" destOrd="0" presId="urn:microsoft.com/office/officeart/2018/2/layout/IconLabelList"/>
    <dgm:cxn modelId="{BA173F81-0D2D-4D01-B037-5E9EA4BE04F2}" type="presParOf" srcId="{4A65AF0E-E40C-4997-A438-1724575BEDA7}" destId="{C16E6412-3CEC-40FD-B2D6-3CF841128C54}" srcOrd="7" destOrd="0" presId="urn:microsoft.com/office/officeart/2018/2/layout/IconLabelList"/>
    <dgm:cxn modelId="{E7759043-DE06-4D50-8E43-B9B8813DEB83}" type="presParOf" srcId="{4A65AF0E-E40C-4997-A438-1724575BEDA7}" destId="{BE0273A7-1194-4A40-A04D-804DED1EB8C8}" srcOrd="8" destOrd="0" presId="urn:microsoft.com/office/officeart/2018/2/layout/IconLabelList"/>
    <dgm:cxn modelId="{DFE499C8-840D-4809-A85D-B26CFEB46DAA}" type="presParOf" srcId="{BE0273A7-1194-4A40-A04D-804DED1EB8C8}" destId="{6B44B699-2BA7-40C5-8ECD-C1474F30D2AA}" srcOrd="0" destOrd="0" presId="urn:microsoft.com/office/officeart/2018/2/layout/IconLabelList"/>
    <dgm:cxn modelId="{763FB44E-23E1-443D-8360-8C8C49325922}" type="presParOf" srcId="{BE0273A7-1194-4A40-A04D-804DED1EB8C8}" destId="{4DD71CEE-90DE-4BB2-BB95-43082B47DF19}" srcOrd="1" destOrd="0" presId="urn:microsoft.com/office/officeart/2018/2/layout/IconLabelList"/>
    <dgm:cxn modelId="{D77F6BE0-F5D5-4720-BD87-F5BC9D5EC399}" type="presParOf" srcId="{BE0273A7-1194-4A40-A04D-804DED1EB8C8}" destId="{2DD1D137-197A-4D7F-89C4-0FEC4CDFBFA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DA73E18-8228-4521-82B0-9B855D10A7B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32A1A75A-784D-4BD2-BD3E-40C89E83D82D}">
      <dgm:prSet/>
      <dgm:spPr/>
      <dgm:t>
        <a:bodyPr/>
        <a:lstStyle/>
        <a:p>
          <a:r>
            <a:rPr lang="en-US"/>
            <a:t>Excel</a:t>
          </a:r>
        </a:p>
      </dgm:t>
    </dgm:pt>
    <dgm:pt modelId="{C4DABE9A-9025-4976-9F6C-B230FF09B9BD}" type="parTrans" cxnId="{C2D15389-9F35-42AE-81D9-3E37B92877CF}">
      <dgm:prSet/>
      <dgm:spPr/>
      <dgm:t>
        <a:bodyPr/>
        <a:lstStyle/>
        <a:p>
          <a:endParaRPr lang="en-US"/>
        </a:p>
      </dgm:t>
    </dgm:pt>
    <dgm:pt modelId="{1E6D80F4-BDDB-4036-9A7F-9DB3EE6D8782}" type="sibTrans" cxnId="{C2D15389-9F35-42AE-81D9-3E37B92877CF}">
      <dgm:prSet/>
      <dgm:spPr/>
      <dgm:t>
        <a:bodyPr/>
        <a:lstStyle/>
        <a:p>
          <a:endParaRPr lang="en-US"/>
        </a:p>
      </dgm:t>
    </dgm:pt>
    <dgm:pt modelId="{61FB6060-E1A4-4D05-BE6B-FEA367857CDC}">
      <dgm:prSet/>
      <dgm:spPr/>
      <dgm:t>
        <a:bodyPr/>
        <a:lstStyle/>
        <a:p>
          <a:r>
            <a:rPr lang="en-US"/>
            <a:t>Python</a:t>
          </a:r>
        </a:p>
      </dgm:t>
    </dgm:pt>
    <dgm:pt modelId="{42FF249F-F833-4FAD-8F70-DB67C3F644B3}" type="parTrans" cxnId="{7EBEA213-0E75-4476-82D4-B34FCDB73A00}">
      <dgm:prSet/>
      <dgm:spPr/>
      <dgm:t>
        <a:bodyPr/>
        <a:lstStyle/>
        <a:p>
          <a:endParaRPr lang="en-US"/>
        </a:p>
      </dgm:t>
    </dgm:pt>
    <dgm:pt modelId="{43815DCA-86A5-422F-B7C5-5960932B2D37}" type="sibTrans" cxnId="{7EBEA213-0E75-4476-82D4-B34FCDB73A00}">
      <dgm:prSet/>
      <dgm:spPr/>
      <dgm:t>
        <a:bodyPr/>
        <a:lstStyle/>
        <a:p>
          <a:endParaRPr lang="en-US"/>
        </a:p>
      </dgm:t>
    </dgm:pt>
    <dgm:pt modelId="{362265BA-39D5-40D7-9502-CC0F724AB838}">
      <dgm:prSet/>
      <dgm:spPr/>
      <dgm:t>
        <a:bodyPr/>
        <a:lstStyle/>
        <a:p>
          <a:r>
            <a:rPr lang="en-US"/>
            <a:t>SQL</a:t>
          </a:r>
        </a:p>
      </dgm:t>
    </dgm:pt>
    <dgm:pt modelId="{652AC5A5-A25D-4E22-81DF-DDB5158E1E8D}" type="parTrans" cxnId="{C82E5E71-02EB-435B-98DA-0F713C487427}">
      <dgm:prSet/>
      <dgm:spPr/>
      <dgm:t>
        <a:bodyPr/>
        <a:lstStyle/>
        <a:p>
          <a:endParaRPr lang="en-US"/>
        </a:p>
      </dgm:t>
    </dgm:pt>
    <dgm:pt modelId="{59FE4891-1D86-4279-B059-33657327D41A}" type="sibTrans" cxnId="{C82E5E71-02EB-435B-98DA-0F713C487427}">
      <dgm:prSet/>
      <dgm:spPr/>
      <dgm:t>
        <a:bodyPr/>
        <a:lstStyle/>
        <a:p>
          <a:endParaRPr lang="en-US"/>
        </a:p>
      </dgm:t>
    </dgm:pt>
    <dgm:pt modelId="{BB54A6C3-F8F3-47F0-A714-2FEC46FB803D}">
      <dgm:prSet/>
      <dgm:spPr/>
      <dgm:t>
        <a:bodyPr/>
        <a:lstStyle/>
        <a:p>
          <a:r>
            <a:rPr lang="en-US"/>
            <a:t>GitHub</a:t>
          </a:r>
        </a:p>
      </dgm:t>
    </dgm:pt>
    <dgm:pt modelId="{4F1EDEDA-DD23-48E4-9F36-BEE6A83E75BA}" type="parTrans" cxnId="{7E10C0F9-BF45-4006-AD75-469B1B55B783}">
      <dgm:prSet/>
      <dgm:spPr/>
      <dgm:t>
        <a:bodyPr/>
        <a:lstStyle/>
        <a:p>
          <a:endParaRPr lang="en-US"/>
        </a:p>
      </dgm:t>
    </dgm:pt>
    <dgm:pt modelId="{8A2825CD-437A-4FC4-8199-DA3489ACE12A}" type="sibTrans" cxnId="{7E10C0F9-BF45-4006-AD75-469B1B55B783}">
      <dgm:prSet/>
      <dgm:spPr/>
      <dgm:t>
        <a:bodyPr/>
        <a:lstStyle/>
        <a:p>
          <a:endParaRPr lang="en-US"/>
        </a:p>
      </dgm:t>
    </dgm:pt>
    <dgm:pt modelId="{892B69F4-9B1E-48FB-ACB6-D802EA0B551B}" type="pres">
      <dgm:prSet presAssocID="{1DA73E18-8228-4521-82B0-9B855D10A7BB}" presName="root" presStyleCnt="0">
        <dgm:presLayoutVars>
          <dgm:dir/>
          <dgm:resizeHandles val="exact"/>
        </dgm:presLayoutVars>
      </dgm:prSet>
      <dgm:spPr/>
    </dgm:pt>
    <dgm:pt modelId="{A2D79837-CB15-4F69-A420-505D13049658}" type="pres">
      <dgm:prSet presAssocID="{32A1A75A-784D-4BD2-BD3E-40C89E83D82D}" presName="compNode" presStyleCnt="0"/>
      <dgm:spPr/>
    </dgm:pt>
    <dgm:pt modelId="{23DF8D86-B6F0-4947-A277-9299158852B4}" type="pres">
      <dgm:prSet presAssocID="{32A1A75A-784D-4BD2-BD3E-40C89E83D82D}" presName="bgRect" presStyleLbl="bgShp" presStyleIdx="0" presStyleCnt="4"/>
      <dgm:spPr/>
    </dgm:pt>
    <dgm:pt modelId="{72C9AD4E-985B-4E72-8C5B-8EEB4CD050C5}" type="pres">
      <dgm:prSet presAssocID="{32A1A75A-784D-4BD2-BD3E-40C89E83D82D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B14B6EAB-AB50-45D1-8A72-701DFC42D30E}" type="pres">
      <dgm:prSet presAssocID="{32A1A75A-784D-4BD2-BD3E-40C89E83D82D}" presName="spaceRect" presStyleCnt="0"/>
      <dgm:spPr/>
    </dgm:pt>
    <dgm:pt modelId="{64DC393E-263C-4B97-B45C-510399B88BC1}" type="pres">
      <dgm:prSet presAssocID="{32A1A75A-784D-4BD2-BD3E-40C89E83D82D}" presName="parTx" presStyleLbl="revTx" presStyleIdx="0" presStyleCnt="4">
        <dgm:presLayoutVars>
          <dgm:chMax val="0"/>
          <dgm:chPref val="0"/>
        </dgm:presLayoutVars>
      </dgm:prSet>
      <dgm:spPr/>
    </dgm:pt>
    <dgm:pt modelId="{724DEC6A-66CD-4C88-9899-A6BBF5A39FD3}" type="pres">
      <dgm:prSet presAssocID="{1E6D80F4-BDDB-4036-9A7F-9DB3EE6D8782}" presName="sibTrans" presStyleCnt="0"/>
      <dgm:spPr/>
    </dgm:pt>
    <dgm:pt modelId="{98ABD636-9E12-46A3-A11F-1C3A9F7FCC48}" type="pres">
      <dgm:prSet presAssocID="{61FB6060-E1A4-4D05-BE6B-FEA367857CDC}" presName="compNode" presStyleCnt="0"/>
      <dgm:spPr/>
    </dgm:pt>
    <dgm:pt modelId="{504436E2-19A5-46F4-86BD-FB9B35F47A1E}" type="pres">
      <dgm:prSet presAssocID="{61FB6060-E1A4-4D05-BE6B-FEA367857CDC}" presName="bgRect" presStyleLbl="bgShp" presStyleIdx="1" presStyleCnt="4"/>
      <dgm:spPr/>
    </dgm:pt>
    <dgm:pt modelId="{3CDC551E-1249-441A-B0D2-D262058E9D58}" type="pres">
      <dgm:prSet presAssocID="{61FB6060-E1A4-4D05-BE6B-FEA367857CDC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C61230F4-4CB4-4333-ACC4-68AC0F3BD939}" type="pres">
      <dgm:prSet presAssocID="{61FB6060-E1A4-4D05-BE6B-FEA367857CDC}" presName="spaceRect" presStyleCnt="0"/>
      <dgm:spPr/>
    </dgm:pt>
    <dgm:pt modelId="{2213FCE2-8CF7-4A58-9654-BCF7A59876EB}" type="pres">
      <dgm:prSet presAssocID="{61FB6060-E1A4-4D05-BE6B-FEA367857CDC}" presName="parTx" presStyleLbl="revTx" presStyleIdx="1" presStyleCnt="4">
        <dgm:presLayoutVars>
          <dgm:chMax val="0"/>
          <dgm:chPref val="0"/>
        </dgm:presLayoutVars>
      </dgm:prSet>
      <dgm:spPr/>
    </dgm:pt>
    <dgm:pt modelId="{CD8D475E-011F-4B5E-BD01-40E3E9AB372C}" type="pres">
      <dgm:prSet presAssocID="{43815DCA-86A5-422F-B7C5-5960932B2D37}" presName="sibTrans" presStyleCnt="0"/>
      <dgm:spPr/>
    </dgm:pt>
    <dgm:pt modelId="{E1F8D533-C034-4098-9147-50D37109387B}" type="pres">
      <dgm:prSet presAssocID="{362265BA-39D5-40D7-9502-CC0F724AB838}" presName="compNode" presStyleCnt="0"/>
      <dgm:spPr/>
    </dgm:pt>
    <dgm:pt modelId="{B8C6EE6B-7E6B-4498-8841-0DE24E723573}" type="pres">
      <dgm:prSet presAssocID="{362265BA-39D5-40D7-9502-CC0F724AB838}" presName="bgRect" presStyleLbl="bgShp" presStyleIdx="2" presStyleCnt="4"/>
      <dgm:spPr/>
    </dgm:pt>
    <dgm:pt modelId="{DEE4CE77-0061-4194-9E3C-A5819DD5F109}" type="pres">
      <dgm:prSet presAssocID="{362265BA-39D5-40D7-9502-CC0F724AB838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933A72B5-06CC-417E-B6C0-36F21D574085}" type="pres">
      <dgm:prSet presAssocID="{362265BA-39D5-40D7-9502-CC0F724AB838}" presName="spaceRect" presStyleCnt="0"/>
      <dgm:spPr/>
    </dgm:pt>
    <dgm:pt modelId="{8E781BD2-1AB0-42DA-B0CC-4ABD0D82D695}" type="pres">
      <dgm:prSet presAssocID="{362265BA-39D5-40D7-9502-CC0F724AB838}" presName="parTx" presStyleLbl="revTx" presStyleIdx="2" presStyleCnt="4">
        <dgm:presLayoutVars>
          <dgm:chMax val="0"/>
          <dgm:chPref val="0"/>
        </dgm:presLayoutVars>
      </dgm:prSet>
      <dgm:spPr/>
    </dgm:pt>
    <dgm:pt modelId="{F56E8892-C8DA-411D-A8A8-AD55A90A9C61}" type="pres">
      <dgm:prSet presAssocID="{59FE4891-1D86-4279-B059-33657327D41A}" presName="sibTrans" presStyleCnt="0"/>
      <dgm:spPr/>
    </dgm:pt>
    <dgm:pt modelId="{46E0A27D-4883-4DD3-88A4-9CA092381EDC}" type="pres">
      <dgm:prSet presAssocID="{BB54A6C3-F8F3-47F0-A714-2FEC46FB803D}" presName="compNode" presStyleCnt="0"/>
      <dgm:spPr/>
    </dgm:pt>
    <dgm:pt modelId="{F94CDD83-0CF5-4C8A-B4FB-D46AFE3564A2}" type="pres">
      <dgm:prSet presAssocID="{BB54A6C3-F8F3-47F0-A714-2FEC46FB803D}" presName="bgRect" presStyleLbl="bgShp" presStyleIdx="3" presStyleCnt="4"/>
      <dgm:spPr/>
    </dgm:pt>
    <dgm:pt modelId="{5935AF1D-F189-44FB-A3B3-E0E3024E806A}" type="pres">
      <dgm:prSet presAssocID="{BB54A6C3-F8F3-47F0-A714-2FEC46FB803D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nagement"/>
        </a:ext>
      </dgm:extLst>
    </dgm:pt>
    <dgm:pt modelId="{0594015D-5E8A-402A-B548-7A7D92731390}" type="pres">
      <dgm:prSet presAssocID="{BB54A6C3-F8F3-47F0-A714-2FEC46FB803D}" presName="spaceRect" presStyleCnt="0"/>
      <dgm:spPr/>
    </dgm:pt>
    <dgm:pt modelId="{FD9D2429-1619-4648-A1F4-5967B20D1FBE}" type="pres">
      <dgm:prSet presAssocID="{BB54A6C3-F8F3-47F0-A714-2FEC46FB803D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7EBEA213-0E75-4476-82D4-B34FCDB73A00}" srcId="{1DA73E18-8228-4521-82B0-9B855D10A7BB}" destId="{61FB6060-E1A4-4D05-BE6B-FEA367857CDC}" srcOrd="1" destOrd="0" parTransId="{42FF249F-F833-4FAD-8F70-DB67C3F644B3}" sibTransId="{43815DCA-86A5-422F-B7C5-5960932B2D37}"/>
    <dgm:cxn modelId="{FC20B16A-0F3C-4A35-9689-04EB8E4C9227}" type="presOf" srcId="{1DA73E18-8228-4521-82B0-9B855D10A7BB}" destId="{892B69F4-9B1E-48FB-ACB6-D802EA0B551B}" srcOrd="0" destOrd="0" presId="urn:microsoft.com/office/officeart/2018/2/layout/IconVerticalSolidList"/>
    <dgm:cxn modelId="{C82E5E71-02EB-435B-98DA-0F713C487427}" srcId="{1DA73E18-8228-4521-82B0-9B855D10A7BB}" destId="{362265BA-39D5-40D7-9502-CC0F724AB838}" srcOrd="2" destOrd="0" parTransId="{652AC5A5-A25D-4E22-81DF-DDB5158E1E8D}" sibTransId="{59FE4891-1D86-4279-B059-33657327D41A}"/>
    <dgm:cxn modelId="{1004B776-4BEB-4C6C-912D-350C4997390A}" type="presOf" srcId="{32A1A75A-784D-4BD2-BD3E-40C89E83D82D}" destId="{64DC393E-263C-4B97-B45C-510399B88BC1}" srcOrd="0" destOrd="0" presId="urn:microsoft.com/office/officeart/2018/2/layout/IconVerticalSolidList"/>
    <dgm:cxn modelId="{C2D15389-9F35-42AE-81D9-3E37B92877CF}" srcId="{1DA73E18-8228-4521-82B0-9B855D10A7BB}" destId="{32A1A75A-784D-4BD2-BD3E-40C89E83D82D}" srcOrd="0" destOrd="0" parTransId="{C4DABE9A-9025-4976-9F6C-B230FF09B9BD}" sibTransId="{1E6D80F4-BDDB-4036-9A7F-9DB3EE6D8782}"/>
    <dgm:cxn modelId="{ABBF71CD-0930-4FB7-A3DE-F49239E9D93C}" type="presOf" srcId="{61FB6060-E1A4-4D05-BE6B-FEA367857CDC}" destId="{2213FCE2-8CF7-4A58-9654-BCF7A59876EB}" srcOrd="0" destOrd="0" presId="urn:microsoft.com/office/officeart/2018/2/layout/IconVerticalSolidList"/>
    <dgm:cxn modelId="{5C991DEC-84AF-4E3C-BE39-A08378652616}" type="presOf" srcId="{362265BA-39D5-40D7-9502-CC0F724AB838}" destId="{8E781BD2-1AB0-42DA-B0CC-4ABD0D82D695}" srcOrd="0" destOrd="0" presId="urn:microsoft.com/office/officeart/2018/2/layout/IconVerticalSolidList"/>
    <dgm:cxn modelId="{C28121F6-5600-403A-A93E-7EAAB3FB176C}" type="presOf" srcId="{BB54A6C3-F8F3-47F0-A714-2FEC46FB803D}" destId="{FD9D2429-1619-4648-A1F4-5967B20D1FBE}" srcOrd="0" destOrd="0" presId="urn:microsoft.com/office/officeart/2018/2/layout/IconVerticalSolidList"/>
    <dgm:cxn modelId="{7E10C0F9-BF45-4006-AD75-469B1B55B783}" srcId="{1DA73E18-8228-4521-82B0-9B855D10A7BB}" destId="{BB54A6C3-F8F3-47F0-A714-2FEC46FB803D}" srcOrd="3" destOrd="0" parTransId="{4F1EDEDA-DD23-48E4-9F36-BEE6A83E75BA}" sibTransId="{8A2825CD-437A-4FC4-8199-DA3489ACE12A}"/>
    <dgm:cxn modelId="{9EB46E55-A4FB-45D6-9B54-EB8353733689}" type="presParOf" srcId="{892B69F4-9B1E-48FB-ACB6-D802EA0B551B}" destId="{A2D79837-CB15-4F69-A420-505D13049658}" srcOrd="0" destOrd="0" presId="urn:microsoft.com/office/officeart/2018/2/layout/IconVerticalSolidList"/>
    <dgm:cxn modelId="{EF8F6CCA-60D5-4D3F-93D1-0E1EDFC9D1A4}" type="presParOf" srcId="{A2D79837-CB15-4F69-A420-505D13049658}" destId="{23DF8D86-B6F0-4947-A277-9299158852B4}" srcOrd="0" destOrd="0" presId="urn:microsoft.com/office/officeart/2018/2/layout/IconVerticalSolidList"/>
    <dgm:cxn modelId="{6135E1B0-D19C-4DE8-B20F-C0EB1207B61E}" type="presParOf" srcId="{A2D79837-CB15-4F69-A420-505D13049658}" destId="{72C9AD4E-985B-4E72-8C5B-8EEB4CD050C5}" srcOrd="1" destOrd="0" presId="urn:microsoft.com/office/officeart/2018/2/layout/IconVerticalSolidList"/>
    <dgm:cxn modelId="{7E89D545-4E44-4E9D-BB22-10E8F7A9324E}" type="presParOf" srcId="{A2D79837-CB15-4F69-A420-505D13049658}" destId="{B14B6EAB-AB50-45D1-8A72-701DFC42D30E}" srcOrd="2" destOrd="0" presId="urn:microsoft.com/office/officeart/2018/2/layout/IconVerticalSolidList"/>
    <dgm:cxn modelId="{69213759-2B0D-4AD3-977F-4DF13FAAF46F}" type="presParOf" srcId="{A2D79837-CB15-4F69-A420-505D13049658}" destId="{64DC393E-263C-4B97-B45C-510399B88BC1}" srcOrd="3" destOrd="0" presId="urn:microsoft.com/office/officeart/2018/2/layout/IconVerticalSolidList"/>
    <dgm:cxn modelId="{77714EB7-7944-4CD6-B691-B00740E25BAE}" type="presParOf" srcId="{892B69F4-9B1E-48FB-ACB6-D802EA0B551B}" destId="{724DEC6A-66CD-4C88-9899-A6BBF5A39FD3}" srcOrd="1" destOrd="0" presId="urn:microsoft.com/office/officeart/2018/2/layout/IconVerticalSolidList"/>
    <dgm:cxn modelId="{0E04B064-A6A0-44FB-9CC5-7821F2B0256F}" type="presParOf" srcId="{892B69F4-9B1E-48FB-ACB6-D802EA0B551B}" destId="{98ABD636-9E12-46A3-A11F-1C3A9F7FCC48}" srcOrd="2" destOrd="0" presId="urn:microsoft.com/office/officeart/2018/2/layout/IconVerticalSolidList"/>
    <dgm:cxn modelId="{05541369-620F-4AF4-BD38-161E6E41200C}" type="presParOf" srcId="{98ABD636-9E12-46A3-A11F-1C3A9F7FCC48}" destId="{504436E2-19A5-46F4-86BD-FB9B35F47A1E}" srcOrd="0" destOrd="0" presId="urn:microsoft.com/office/officeart/2018/2/layout/IconVerticalSolidList"/>
    <dgm:cxn modelId="{C6E10ED7-9E52-4B01-B45D-1FEE9DFF45E1}" type="presParOf" srcId="{98ABD636-9E12-46A3-A11F-1C3A9F7FCC48}" destId="{3CDC551E-1249-441A-B0D2-D262058E9D58}" srcOrd="1" destOrd="0" presId="urn:microsoft.com/office/officeart/2018/2/layout/IconVerticalSolidList"/>
    <dgm:cxn modelId="{281AFCF8-B994-49CB-B47F-060CA75544C2}" type="presParOf" srcId="{98ABD636-9E12-46A3-A11F-1C3A9F7FCC48}" destId="{C61230F4-4CB4-4333-ACC4-68AC0F3BD939}" srcOrd="2" destOrd="0" presId="urn:microsoft.com/office/officeart/2018/2/layout/IconVerticalSolidList"/>
    <dgm:cxn modelId="{955F7D5E-5399-4E1A-A4C5-1F07970B8082}" type="presParOf" srcId="{98ABD636-9E12-46A3-A11F-1C3A9F7FCC48}" destId="{2213FCE2-8CF7-4A58-9654-BCF7A59876EB}" srcOrd="3" destOrd="0" presId="urn:microsoft.com/office/officeart/2018/2/layout/IconVerticalSolidList"/>
    <dgm:cxn modelId="{E111B865-9DAA-4939-97EE-BB01BFC77369}" type="presParOf" srcId="{892B69F4-9B1E-48FB-ACB6-D802EA0B551B}" destId="{CD8D475E-011F-4B5E-BD01-40E3E9AB372C}" srcOrd="3" destOrd="0" presId="urn:microsoft.com/office/officeart/2018/2/layout/IconVerticalSolidList"/>
    <dgm:cxn modelId="{31A16A02-FB95-45B4-A96F-8B32D1A87A30}" type="presParOf" srcId="{892B69F4-9B1E-48FB-ACB6-D802EA0B551B}" destId="{E1F8D533-C034-4098-9147-50D37109387B}" srcOrd="4" destOrd="0" presId="urn:microsoft.com/office/officeart/2018/2/layout/IconVerticalSolidList"/>
    <dgm:cxn modelId="{1C3E3324-DE85-4B7D-991E-6D4F921AD23A}" type="presParOf" srcId="{E1F8D533-C034-4098-9147-50D37109387B}" destId="{B8C6EE6B-7E6B-4498-8841-0DE24E723573}" srcOrd="0" destOrd="0" presId="urn:microsoft.com/office/officeart/2018/2/layout/IconVerticalSolidList"/>
    <dgm:cxn modelId="{CF80DE80-FC20-4D4E-A315-72F335BFAE3A}" type="presParOf" srcId="{E1F8D533-C034-4098-9147-50D37109387B}" destId="{DEE4CE77-0061-4194-9E3C-A5819DD5F109}" srcOrd="1" destOrd="0" presId="urn:microsoft.com/office/officeart/2018/2/layout/IconVerticalSolidList"/>
    <dgm:cxn modelId="{B05062C1-322B-478A-B18D-0E5D12B82691}" type="presParOf" srcId="{E1F8D533-C034-4098-9147-50D37109387B}" destId="{933A72B5-06CC-417E-B6C0-36F21D574085}" srcOrd="2" destOrd="0" presId="urn:microsoft.com/office/officeart/2018/2/layout/IconVerticalSolidList"/>
    <dgm:cxn modelId="{101DBB9E-958A-4ECA-82CA-2B8780BD69A1}" type="presParOf" srcId="{E1F8D533-C034-4098-9147-50D37109387B}" destId="{8E781BD2-1AB0-42DA-B0CC-4ABD0D82D695}" srcOrd="3" destOrd="0" presId="urn:microsoft.com/office/officeart/2018/2/layout/IconVerticalSolidList"/>
    <dgm:cxn modelId="{396DDE66-FCDA-4368-9791-99FB63B3802C}" type="presParOf" srcId="{892B69F4-9B1E-48FB-ACB6-D802EA0B551B}" destId="{F56E8892-C8DA-411D-A8A8-AD55A90A9C61}" srcOrd="5" destOrd="0" presId="urn:microsoft.com/office/officeart/2018/2/layout/IconVerticalSolidList"/>
    <dgm:cxn modelId="{E9AB9C20-7C9D-4AF9-B5CA-B748F4E67FB4}" type="presParOf" srcId="{892B69F4-9B1E-48FB-ACB6-D802EA0B551B}" destId="{46E0A27D-4883-4DD3-88A4-9CA092381EDC}" srcOrd="6" destOrd="0" presId="urn:microsoft.com/office/officeart/2018/2/layout/IconVerticalSolidList"/>
    <dgm:cxn modelId="{8CB4DFE5-DB81-46B8-88A0-D5899BD2465F}" type="presParOf" srcId="{46E0A27D-4883-4DD3-88A4-9CA092381EDC}" destId="{F94CDD83-0CF5-4C8A-B4FB-D46AFE3564A2}" srcOrd="0" destOrd="0" presId="urn:microsoft.com/office/officeart/2018/2/layout/IconVerticalSolidList"/>
    <dgm:cxn modelId="{9839EE81-E7EF-4413-8078-DD1BE8FD3950}" type="presParOf" srcId="{46E0A27D-4883-4DD3-88A4-9CA092381EDC}" destId="{5935AF1D-F189-44FB-A3B3-E0E3024E806A}" srcOrd="1" destOrd="0" presId="urn:microsoft.com/office/officeart/2018/2/layout/IconVerticalSolidList"/>
    <dgm:cxn modelId="{F915918A-0309-42F2-AE62-99AA2292B66E}" type="presParOf" srcId="{46E0A27D-4883-4DD3-88A4-9CA092381EDC}" destId="{0594015D-5E8A-402A-B548-7A7D92731390}" srcOrd="2" destOrd="0" presId="urn:microsoft.com/office/officeart/2018/2/layout/IconVerticalSolidList"/>
    <dgm:cxn modelId="{796241EE-9870-41A7-9874-6F07E899D941}" type="presParOf" srcId="{46E0A27D-4883-4DD3-88A4-9CA092381EDC}" destId="{FD9D2429-1619-4648-A1F4-5967B20D1FB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F7BCEF6-DB7E-40A2-A06E-68084D6B40B0}" type="doc">
      <dgm:prSet loTypeId="urn:microsoft.com/office/officeart/2016/7/layout/RepeatingBendingProcessNew" loCatId="process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04E83468-783B-408F-88CD-16D661402D4D}">
      <dgm:prSet/>
      <dgm:spPr/>
      <dgm:t>
        <a:bodyPr/>
        <a:lstStyle/>
        <a:p>
          <a:r>
            <a:rPr lang="en-US" b="1"/>
            <a:t>GitHub setup</a:t>
          </a:r>
          <a:endParaRPr lang="en-US"/>
        </a:p>
      </dgm:t>
    </dgm:pt>
    <dgm:pt modelId="{906D9068-4091-4E9C-B7B0-FF9D76ED5C72}" type="parTrans" cxnId="{BCC333D5-7B25-41D3-B1CA-4DF63BC8943C}">
      <dgm:prSet/>
      <dgm:spPr/>
      <dgm:t>
        <a:bodyPr/>
        <a:lstStyle/>
        <a:p>
          <a:endParaRPr lang="en-US"/>
        </a:p>
      </dgm:t>
    </dgm:pt>
    <dgm:pt modelId="{937E7522-DED4-4C27-9BAD-BC18A5D4EA33}" type="sibTrans" cxnId="{BCC333D5-7B25-41D3-B1CA-4DF63BC8943C}">
      <dgm:prSet/>
      <dgm:spPr/>
      <dgm:t>
        <a:bodyPr/>
        <a:lstStyle/>
        <a:p>
          <a:endParaRPr lang="en-US"/>
        </a:p>
      </dgm:t>
    </dgm:pt>
    <dgm:pt modelId="{D676DA29-12B9-4A5F-8344-E5A6067F05BC}">
      <dgm:prSet/>
      <dgm:spPr/>
      <dgm:t>
        <a:bodyPr/>
        <a:lstStyle/>
        <a:p>
          <a:r>
            <a:rPr lang="en-US" b="1"/>
            <a:t>Dataset import</a:t>
          </a:r>
          <a:endParaRPr lang="en-US"/>
        </a:p>
      </dgm:t>
    </dgm:pt>
    <dgm:pt modelId="{50FB87D4-5E8F-40DD-BD29-AFC9794239A7}" type="parTrans" cxnId="{C9B8DD8D-1E8B-4563-ACCE-7F5A82C630E8}">
      <dgm:prSet/>
      <dgm:spPr/>
      <dgm:t>
        <a:bodyPr/>
        <a:lstStyle/>
        <a:p>
          <a:endParaRPr lang="en-US"/>
        </a:p>
      </dgm:t>
    </dgm:pt>
    <dgm:pt modelId="{E7413DED-9FDC-49A1-B434-DC8BC62C35B6}" type="sibTrans" cxnId="{C9B8DD8D-1E8B-4563-ACCE-7F5A82C630E8}">
      <dgm:prSet/>
      <dgm:spPr/>
      <dgm:t>
        <a:bodyPr/>
        <a:lstStyle/>
        <a:p>
          <a:endParaRPr lang="en-US"/>
        </a:p>
      </dgm:t>
    </dgm:pt>
    <dgm:pt modelId="{F1E39BEE-443B-4C06-8A81-437972FCBABB}">
      <dgm:prSet/>
      <dgm:spPr/>
      <dgm:t>
        <a:bodyPr/>
        <a:lstStyle/>
        <a:p>
          <a:r>
            <a:rPr lang="en-US" b="1"/>
            <a:t>Data cleaning</a:t>
          </a:r>
          <a:endParaRPr lang="en-US"/>
        </a:p>
      </dgm:t>
    </dgm:pt>
    <dgm:pt modelId="{6C8AA64B-4707-4618-8AE6-649C2FEEDECA}" type="parTrans" cxnId="{E4213D1D-38C7-43D3-B3D6-E263E0AF19FD}">
      <dgm:prSet/>
      <dgm:spPr/>
      <dgm:t>
        <a:bodyPr/>
        <a:lstStyle/>
        <a:p>
          <a:endParaRPr lang="en-US"/>
        </a:p>
      </dgm:t>
    </dgm:pt>
    <dgm:pt modelId="{E270E28C-7E20-46FB-9EFD-87EA86E2AD35}" type="sibTrans" cxnId="{E4213D1D-38C7-43D3-B3D6-E263E0AF19FD}">
      <dgm:prSet/>
      <dgm:spPr/>
      <dgm:t>
        <a:bodyPr/>
        <a:lstStyle/>
        <a:p>
          <a:endParaRPr lang="en-US"/>
        </a:p>
      </dgm:t>
    </dgm:pt>
    <dgm:pt modelId="{07215F5B-49CE-456E-B7BE-FB4A4B43F633}">
      <dgm:prSet/>
      <dgm:spPr/>
      <dgm:t>
        <a:bodyPr/>
        <a:lstStyle/>
        <a:p>
          <a:r>
            <a:rPr lang="en-US" b="1"/>
            <a:t>Remove null values</a:t>
          </a:r>
          <a:endParaRPr lang="en-US"/>
        </a:p>
      </dgm:t>
    </dgm:pt>
    <dgm:pt modelId="{AA3C4497-D978-4436-9781-E07182258722}" type="parTrans" cxnId="{FEBBBE69-6ED9-485B-A646-77CCEBD992F5}">
      <dgm:prSet/>
      <dgm:spPr/>
      <dgm:t>
        <a:bodyPr/>
        <a:lstStyle/>
        <a:p>
          <a:endParaRPr lang="en-US"/>
        </a:p>
      </dgm:t>
    </dgm:pt>
    <dgm:pt modelId="{9D90B4F7-D74C-450A-BE7D-A34FD739F6EE}" type="sibTrans" cxnId="{FEBBBE69-6ED9-485B-A646-77CCEBD992F5}">
      <dgm:prSet/>
      <dgm:spPr/>
      <dgm:t>
        <a:bodyPr/>
        <a:lstStyle/>
        <a:p>
          <a:endParaRPr lang="en-US"/>
        </a:p>
      </dgm:t>
    </dgm:pt>
    <dgm:pt modelId="{ED306C96-E4A6-4BD3-98BF-F4E2DEB52663}">
      <dgm:prSet/>
      <dgm:spPr/>
      <dgm:t>
        <a:bodyPr/>
        <a:lstStyle/>
        <a:p>
          <a:r>
            <a:rPr lang="en-US" b="1"/>
            <a:t>Remove duplicates</a:t>
          </a:r>
          <a:endParaRPr lang="en-US"/>
        </a:p>
      </dgm:t>
    </dgm:pt>
    <dgm:pt modelId="{D37B6FE9-A4C7-46FA-A3A3-D593B3CEBABD}" type="parTrans" cxnId="{A5A80C9D-A05F-42DA-80D4-6E1B36D2BC24}">
      <dgm:prSet/>
      <dgm:spPr/>
      <dgm:t>
        <a:bodyPr/>
        <a:lstStyle/>
        <a:p>
          <a:endParaRPr lang="en-US"/>
        </a:p>
      </dgm:t>
    </dgm:pt>
    <dgm:pt modelId="{7FF81CB8-0469-40B7-BD08-F4483B31ECDB}" type="sibTrans" cxnId="{A5A80C9D-A05F-42DA-80D4-6E1B36D2BC24}">
      <dgm:prSet/>
      <dgm:spPr/>
      <dgm:t>
        <a:bodyPr/>
        <a:lstStyle/>
        <a:p>
          <a:endParaRPr lang="en-US"/>
        </a:p>
      </dgm:t>
    </dgm:pt>
    <dgm:pt modelId="{70EF03F9-C6C3-40E5-81C3-170BB7A6F124}">
      <dgm:prSet/>
      <dgm:spPr/>
      <dgm:t>
        <a:bodyPr/>
        <a:lstStyle/>
        <a:p>
          <a:r>
            <a:rPr lang="en-US" b="1"/>
            <a:t>Standardize date formats</a:t>
          </a:r>
          <a:endParaRPr lang="en-US"/>
        </a:p>
      </dgm:t>
    </dgm:pt>
    <dgm:pt modelId="{0928A8BE-A688-4AA6-AAF1-0AE9DE295612}" type="parTrans" cxnId="{EEAD92A0-BF72-4F80-863C-B16D54FAEB8F}">
      <dgm:prSet/>
      <dgm:spPr/>
      <dgm:t>
        <a:bodyPr/>
        <a:lstStyle/>
        <a:p>
          <a:endParaRPr lang="en-US"/>
        </a:p>
      </dgm:t>
    </dgm:pt>
    <dgm:pt modelId="{EA1266F6-0CB0-4FA6-AEF1-A16993B97123}" type="sibTrans" cxnId="{EEAD92A0-BF72-4F80-863C-B16D54FAEB8F}">
      <dgm:prSet/>
      <dgm:spPr/>
      <dgm:t>
        <a:bodyPr/>
        <a:lstStyle/>
        <a:p>
          <a:endParaRPr lang="en-US"/>
        </a:p>
      </dgm:t>
    </dgm:pt>
    <dgm:pt modelId="{846C2231-6F11-46D5-893D-8A557758642D}" type="pres">
      <dgm:prSet presAssocID="{6F7BCEF6-DB7E-40A2-A06E-68084D6B40B0}" presName="Name0" presStyleCnt="0">
        <dgm:presLayoutVars>
          <dgm:dir/>
          <dgm:resizeHandles val="exact"/>
        </dgm:presLayoutVars>
      </dgm:prSet>
      <dgm:spPr/>
    </dgm:pt>
    <dgm:pt modelId="{1CE60A4B-39F1-4735-8071-28F6A5A6CCD7}" type="pres">
      <dgm:prSet presAssocID="{04E83468-783B-408F-88CD-16D661402D4D}" presName="node" presStyleLbl="node1" presStyleIdx="0" presStyleCnt="6">
        <dgm:presLayoutVars>
          <dgm:bulletEnabled val="1"/>
        </dgm:presLayoutVars>
      </dgm:prSet>
      <dgm:spPr/>
    </dgm:pt>
    <dgm:pt modelId="{F1D06AEC-F893-4B82-9888-AB6B5365BFBB}" type="pres">
      <dgm:prSet presAssocID="{937E7522-DED4-4C27-9BAD-BC18A5D4EA33}" presName="sibTrans" presStyleLbl="sibTrans1D1" presStyleIdx="0" presStyleCnt="5"/>
      <dgm:spPr/>
    </dgm:pt>
    <dgm:pt modelId="{8A703D2F-28AD-42BB-AECB-BD9CD7C9879F}" type="pres">
      <dgm:prSet presAssocID="{937E7522-DED4-4C27-9BAD-BC18A5D4EA33}" presName="connectorText" presStyleLbl="sibTrans1D1" presStyleIdx="0" presStyleCnt="5"/>
      <dgm:spPr/>
    </dgm:pt>
    <dgm:pt modelId="{DC4F91A2-C3E6-4A46-82AF-8922A0F9D8A5}" type="pres">
      <dgm:prSet presAssocID="{D676DA29-12B9-4A5F-8344-E5A6067F05BC}" presName="node" presStyleLbl="node1" presStyleIdx="1" presStyleCnt="6">
        <dgm:presLayoutVars>
          <dgm:bulletEnabled val="1"/>
        </dgm:presLayoutVars>
      </dgm:prSet>
      <dgm:spPr/>
    </dgm:pt>
    <dgm:pt modelId="{FF570E71-4AA0-4B56-A71F-A20C33E9FB31}" type="pres">
      <dgm:prSet presAssocID="{E7413DED-9FDC-49A1-B434-DC8BC62C35B6}" presName="sibTrans" presStyleLbl="sibTrans1D1" presStyleIdx="1" presStyleCnt="5"/>
      <dgm:spPr/>
    </dgm:pt>
    <dgm:pt modelId="{95E7954F-4D0B-4123-B1AE-AD8D7D71082B}" type="pres">
      <dgm:prSet presAssocID="{E7413DED-9FDC-49A1-B434-DC8BC62C35B6}" presName="connectorText" presStyleLbl="sibTrans1D1" presStyleIdx="1" presStyleCnt="5"/>
      <dgm:spPr/>
    </dgm:pt>
    <dgm:pt modelId="{443BBF6B-7795-443A-B3CB-58C1B2219E04}" type="pres">
      <dgm:prSet presAssocID="{F1E39BEE-443B-4C06-8A81-437972FCBABB}" presName="node" presStyleLbl="node1" presStyleIdx="2" presStyleCnt="6">
        <dgm:presLayoutVars>
          <dgm:bulletEnabled val="1"/>
        </dgm:presLayoutVars>
      </dgm:prSet>
      <dgm:spPr/>
    </dgm:pt>
    <dgm:pt modelId="{2A547263-4A65-4AD9-98AF-8849525F65CA}" type="pres">
      <dgm:prSet presAssocID="{E270E28C-7E20-46FB-9EFD-87EA86E2AD35}" presName="sibTrans" presStyleLbl="sibTrans1D1" presStyleIdx="2" presStyleCnt="5"/>
      <dgm:spPr/>
    </dgm:pt>
    <dgm:pt modelId="{49FF4CFF-8119-40A1-ACB2-3CBFE1245016}" type="pres">
      <dgm:prSet presAssocID="{E270E28C-7E20-46FB-9EFD-87EA86E2AD35}" presName="connectorText" presStyleLbl="sibTrans1D1" presStyleIdx="2" presStyleCnt="5"/>
      <dgm:spPr/>
    </dgm:pt>
    <dgm:pt modelId="{BE869096-0B3D-43E3-A4F8-424C5283FC6D}" type="pres">
      <dgm:prSet presAssocID="{07215F5B-49CE-456E-B7BE-FB4A4B43F633}" presName="node" presStyleLbl="node1" presStyleIdx="3" presStyleCnt="6">
        <dgm:presLayoutVars>
          <dgm:bulletEnabled val="1"/>
        </dgm:presLayoutVars>
      </dgm:prSet>
      <dgm:spPr/>
    </dgm:pt>
    <dgm:pt modelId="{8BBE0A01-B8F7-470A-914B-C73867E9D7B7}" type="pres">
      <dgm:prSet presAssocID="{9D90B4F7-D74C-450A-BE7D-A34FD739F6EE}" presName="sibTrans" presStyleLbl="sibTrans1D1" presStyleIdx="3" presStyleCnt="5"/>
      <dgm:spPr/>
    </dgm:pt>
    <dgm:pt modelId="{E2EBF117-859B-4B8C-B90B-911E33CFAA03}" type="pres">
      <dgm:prSet presAssocID="{9D90B4F7-D74C-450A-BE7D-A34FD739F6EE}" presName="connectorText" presStyleLbl="sibTrans1D1" presStyleIdx="3" presStyleCnt="5"/>
      <dgm:spPr/>
    </dgm:pt>
    <dgm:pt modelId="{9BE59DF8-DDE8-4898-9AC0-7857FBB75FD0}" type="pres">
      <dgm:prSet presAssocID="{ED306C96-E4A6-4BD3-98BF-F4E2DEB52663}" presName="node" presStyleLbl="node1" presStyleIdx="4" presStyleCnt="6">
        <dgm:presLayoutVars>
          <dgm:bulletEnabled val="1"/>
        </dgm:presLayoutVars>
      </dgm:prSet>
      <dgm:spPr/>
    </dgm:pt>
    <dgm:pt modelId="{3C1FB72C-D027-4B5B-993D-DED375DE9648}" type="pres">
      <dgm:prSet presAssocID="{7FF81CB8-0469-40B7-BD08-F4483B31ECDB}" presName="sibTrans" presStyleLbl="sibTrans1D1" presStyleIdx="4" presStyleCnt="5"/>
      <dgm:spPr/>
    </dgm:pt>
    <dgm:pt modelId="{1A068298-08C1-4774-BC27-2FE117190CED}" type="pres">
      <dgm:prSet presAssocID="{7FF81CB8-0469-40B7-BD08-F4483B31ECDB}" presName="connectorText" presStyleLbl="sibTrans1D1" presStyleIdx="4" presStyleCnt="5"/>
      <dgm:spPr/>
    </dgm:pt>
    <dgm:pt modelId="{BBE79E57-DD97-4532-A2FB-5D6F2AADD74A}" type="pres">
      <dgm:prSet presAssocID="{70EF03F9-C6C3-40E5-81C3-170BB7A6F124}" presName="node" presStyleLbl="node1" presStyleIdx="5" presStyleCnt="6">
        <dgm:presLayoutVars>
          <dgm:bulletEnabled val="1"/>
        </dgm:presLayoutVars>
      </dgm:prSet>
      <dgm:spPr/>
    </dgm:pt>
  </dgm:ptLst>
  <dgm:cxnLst>
    <dgm:cxn modelId="{3ADE6703-F9EF-4184-8E81-5DC3ECFA223A}" type="presOf" srcId="{6F7BCEF6-DB7E-40A2-A06E-68084D6B40B0}" destId="{846C2231-6F11-46D5-893D-8A557758642D}" srcOrd="0" destOrd="0" presId="urn:microsoft.com/office/officeart/2016/7/layout/RepeatingBendingProcessNew"/>
    <dgm:cxn modelId="{DC1DBB16-3891-41BE-928B-21F179F2A43F}" type="presOf" srcId="{E7413DED-9FDC-49A1-B434-DC8BC62C35B6}" destId="{FF570E71-4AA0-4B56-A71F-A20C33E9FB31}" srcOrd="0" destOrd="0" presId="urn:microsoft.com/office/officeart/2016/7/layout/RepeatingBendingProcessNew"/>
    <dgm:cxn modelId="{B8AF2819-F6E5-4199-BDCE-7CEF61230A41}" type="presOf" srcId="{E270E28C-7E20-46FB-9EFD-87EA86E2AD35}" destId="{49FF4CFF-8119-40A1-ACB2-3CBFE1245016}" srcOrd="1" destOrd="0" presId="urn:microsoft.com/office/officeart/2016/7/layout/RepeatingBendingProcessNew"/>
    <dgm:cxn modelId="{E4213D1D-38C7-43D3-B3D6-E263E0AF19FD}" srcId="{6F7BCEF6-DB7E-40A2-A06E-68084D6B40B0}" destId="{F1E39BEE-443B-4C06-8A81-437972FCBABB}" srcOrd="2" destOrd="0" parTransId="{6C8AA64B-4707-4618-8AE6-649C2FEEDECA}" sibTransId="{E270E28C-7E20-46FB-9EFD-87EA86E2AD35}"/>
    <dgm:cxn modelId="{F2BC5162-052D-4D0C-88A2-1FDFE9320183}" type="presOf" srcId="{F1E39BEE-443B-4C06-8A81-437972FCBABB}" destId="{443BBF6B-7795-443A-B3CB-58C1B2219E04}" srcOrd="0" destOrd="0" presId="urn:microsoft.com/office/officeart/2016/7/layout/RepeatingBendingProcessNew"/>
    <dgm:cxn modelId="{034CC367-10E7-4446-BAEF-28DFD43B387E}" type="presOf" srcId="{D676DA29-12B9-4A5F-8344-E5A6067F05BC}" destId="{DC4F91A2-C3E6-4A46-82AF-8922A0F9D8A5}" srcOrd="0" destOrd="0" presId="urn:microsoft.com/office/officeart/2016/7/layout/RepeatingBendingProcessNew"/>
    <dgm:cxn modelId="{FEBBBE69-6ED9-485B-A646-77CCEBD992F5}" srcId="{6F7BCEF6-DB7E-40A2-A06E-68084D6B40B0}" destId="{07215F5B-49CE-456E-B7BE-FB4A4B43F633}" srcOrd="3" destOrd="0" parTransId="{AA3C4497-D978-4436-9781-E07182258722}" sibTransId="{9D90B4F7-D74C-450A-BE7D-A34FD739F6EE}"/>
    <dgm:cxn modelId="{C9B8DD8D-1E8B-4563-ACCE-7F5A82C630E8}" srcId="{6F7BCEF6-DB7E-40A2-A06E-68084D6B40B0}" destId="{D676DA29-12B9-4A5F-8344-E5A6067F05BC}" srcOrd="1" destOrd="0" parTransId="{50FB87D4-5E8F-40DD-BD29-AFC9794239A7}" sibTransId="{E7413DED-9FDC-49A1-B434-DC8BC62C35B6}"/>
    <dgm:cxn modelId="{B6255C90-3207-44F3-B1F4-FD3DDC408D6A}" type="presOf" srcId="{9D90B4F7-D74C-450A-BE7D-A34FD739F6EE}" destId="{E2EBF117-859B-4B8C-B90B-911E33CFAA03}" srcOrd="1" destOrd="0" presId="urn:microsoft.com/office/officeart/2016/7/layout/RepeatingBendingProcessNew"/>
    <dgm:cxn modelId="{722A8C93-1D11-4E90-B154-65A815D0B144}" type="presOf" srcId="{70EF03F9-C6C3-40E5-81C3-170BB7A6F124}" destId="{BBE79E57-DD97-4532-A2FB-5D6F2AADD74A}" srcOrd="0" destOrd="0" presId="urn:microsoft.com/office/officeart/2016/7/layout/RepeatingBendingProcessNew"/>
    <dgm:cxn modelId="{A5A80C9D-A05F-42DA-80D4-6E1B36D2BC24}" srcId="{6F7BCEF6-DB7E-40A2-A06E-68084D6B40B0}" destId="{ED306C96-E4A6-4BD3-98BF-F4E2DEB52663}" srcOrd="4" destOrd="0" parTransId="{D37B6FE9-A4C7-46FA-A3A3-D593B3CEBABD}" sibTransId="{7FF81CB8-0469-40B7-BD08-F4483B31ECDB}"/>
    <dgm:cxn modelId="{EEAD92A0-BF72-4F80-863C-B16D54FAEB8F}" srcId="{6F7BCEF6-DB7E-40A2-A06E-68084D6B40B0}" destId="{70EF03F9-C6C3-40E5-81C3-170BB7A6F124}" srcOrd="5" destOrd="0" parTransId="{0928A8BE-A688-4AA6-AAF1-0AE9DE295612}" sibTransId="{EA1266F6-0CB0-4FA6-AEF1-A16993B97123}"/>
    <dgm:cxn modelId="{2612FDA2-24B3-4495-95C7-A72DC94383DE}" type="presOf" srcId="{937E7522-DED4-4C27-9BAD-BC18A5D4EA33}" destId="{F1D06AEC-F893-4B82-9888-AB6B5365BFBB}" srcOrd="0" destOrd="0" presId="urn:microsoft.com/office/officeart/2016/7/layout/RepeatingBendingProcessNew"/>
    <dgm:cxn modelId="{FE0751A8-4E96-49D1-B686-4CA27A0FCB9A}" type="presOf" srcId="{07215F5B-49CE-456E-B7BE-FB4A4B43F633}" destId="{BE869096-0B3D-43E3-A4F8-424C5283FC6D}" srcOrd="0" destOrd="0" presId="urn:microsoft.com/office/officeart/2016/7/layout/RepeatingBendingProcessNew"/>
    <dgm:cxn modelId="{166B29B8-3698-4725-81FA-C7654644EA68}" type="presOf" srcId="{937E7522-DED4-4C27-9BAD-BC18A5D4EA33}" destId="{8A703D2F-28AD-42BB-AECB-BD9CD7C9879F}" srcOrd="1" destOrd="0" presId="urn:microsoft.com/office/officeart/2016/7/layout/RepeatingBendingProcessNew"/>
    <dgm:cxn modelId="{385804C1-FD1B-4ECB-A850-6812FECE8B7E}" type="presOf" srcId="{7FF81CB8-0469-40B7-BD08-F4483B31ECDB}" destId="{1A068298-08C1-4774-BC27-2FE117190CED}" srcOrd="1" destOrd="0" presId="urn:microsoft.com/office/officeart/2016/7/layout/RepeatingBendingProcessNew"/>
    <dgm:cxn modelId="{49C5AFC8-33DE-401C-8617-0EBADF85DD66}" type="presOf" srcId="{E270E28C-7E20-46FB-9EFD-87EA86E2AD35}" destId="{2A547263-4A65-4AD9-98AF-8849525F65CA}" srcOrd="0" destOrd="0" presId="urn:microsoft.com/office/officeart/2016/7/layout/RepeatingBendingProcessNew"/>
    <dgm:cxn modelId="{317B04CD-71B4-4A53-BC0B-FEC2CC1204E1}" type="presOf" srcId="{E7413DED-9FDC-49A1-B434-DC8BC62C35B6}" destId="{95E7954F-4D0B-4123-B1AE-AD8D7D71082B}" srcOrd="1" destOrd="0" presId="urn:microsoft.com/office/officeart/2016/7/layout/RepeatingBendingProcessNew"/>
    <dgm:cxn modelId="{BCC333D5-7B25-41D3-B1CA-4DF63BC8943C}" srcId="{6F7BCEF6-DB7E-40A2-A06E-68084D6B40B0}" destId="{04E83468-783B-408F-88CD-16D661402D4D}" srcOrd="0" destOrd="0" parTransId="{906D9068-4091-4E9C-B7B0-FF9D76ED5C72}" sibTransId="{937E7522-DED4-4C27-9BAD-BC18A5D4EA33}"/>
    <dgm:cxn modelId="{4D9B6CD5-5FD9-44D5-B0B5-78C77BBBAD44}" type="presOf" srcId="{7FF81CB8-0469-40B7-BD08-F4483B31ECDB}" destId="{3C1FB72C-D027-4B5B-993D-DED375DE9648}" srcOrd="0" destOrd="0" presId="urn:microsoft.com/office/officeart/2016/7/layout/RepeatingBendingProcessNew"/>
    <dgm:cxn modelId="{EB6D51DB-75B0-4566-B91A-6CB426B02111}" type="presOf" srcId="{04E83468-783B-408F-88CD-16D661402D4D}" destId="{1CE60A4B-39F1-4735-8071-28F6A5A6CCD7}" srcOrd="0" destOrd="0" presId="urn:microsoft.com/office/officeart/2016/7/layout/RepeatingBendingProcessNew"/>
    <dgm:cxn modelId="{3D52B6DC-5A12-4251-8940-3AE2BFBCC950}" type="presOf" srcId="{9D90B4F7-D74C-450A-BE7D-A34FD739F6EE}" destId="{8BBE0A01-B8F7-470A-914B-C73867E9D7B7}" srcOrd="0" destOrd="0" presId="urn:microsoft.com/office/officeart/2016/7/layout/RepeatingBendingProcessNew"/>
    <dgm:cxn modelId="{7FEE7EFE-3CC3-404A-83DC-8AA8A6DE6719}" type="presOf" srcId="{ED306C96-E4A6-4BD3-98BF-F4E2DEB52663}" destId="{9BE59DF8-DDE8-4898-9AC0-7857FBB75FD0}" srcOrd="0" destOrd="0" presId="urn:microsoft.com/office/officeart/2016/7/layout/RepeatingBendingProcessNew"/>
    <dgm:cxn modelId="{77965607-F6F8-4EB6-9CEF-CB634E1DCF2C}" type="presParOf" srcId="{846C2231-6F11-46D5-893D-8A557758642D}" destId="{1CE60A4B-39F1-4735-8071-28F6A5A6CCD7}" srcOrd="0" destOrd="0" presId="urn:microsoft.com/office/officeart/2016/7/layout/RepeatingBendingProcessNew"/>
    <dgm:cxn modelId="{A9F957E6-6A2D-4DDA-AC88-ACF0FA0A254A}" type="presParOf" srcId="{846C2231-6F11-46D5-893D-8A557758642D}" destId="{F1D06AEC-F893-4B82-9888-AB6B5365BFBB}" srcOrd="1" destOrd="0" presId="urn:microsoft.com/office/officeart/2016/7/layout/RepeatingBendingProcessNew"/>
    <dgm:cxn modelId="{19C70C3F-B2A1-42D9-B57E-F6921CDF5DC5}" type="presParOf" srcId="{F1D06AEC-F893-4B82-9888-AB6B5365BFBB}" destId="{8A703D2F-28AD-42BB-AECB-BD9CD7C9879F}" srcOrd="0" destOrd="0" presId="urn:microsoft.com/office/officeart/2016/7/layout/RepeatingBendingProcessNew"/>
    <dgm:cxn modelId="{A020378E-4AE0-482B-8832-61F9D548A8FF}" type="presParOf" srcId="{846C2231-6F11-46D5-893D-8A557758642D}" destId="{DC4F91A2-C3E6-4A46-82AF-8922A0F9D8A5}" srcOrd="2" destOrd="0" presId="urn:microsoft.com/office/officeart/2016/7/layout/RepeatingBendingProcessNew"/>
    <dgm:cxn modelId="{E86BBE08-76DF-4AA3-8BE5-5602C445DEEC}" type="presParOf" srcId="{846C2231-6F11-46D5-893D-8A557758642D}" destId="{FF570E71-4AA0-4B56-A71F-A20C33E9FB31}" srcOrd="3" destOrd="0" presId="urn:microsoft.com/office/officeart/2016/7/layout/RepeatingBendingProcessNew"/>
    <dgm:cxn modelId="{5703F280-BB03-4C02-85D8-DB2610DA0D96}" type="presParOf" srcId="{FF570E71-4AA0-4B56-A71F-A20C33E9FB31}" destId="{95E7954F-4D0B-4123-B1AE-AD8D7D71082B}" srcOrd="0" destOrd="0" presId="urn:microsoft.com/office/officeart/2016/7/layout/RepeatingBendingProcessNew"/>
    <dgm:cxn modelId="{23116408-FABE-4EF6-99D7-571BA79AF16B}" type="presParOf" srcId="{846C2231-6F11-46D5-893D-8A557758642D}" destId="{443BBF6B-7795-443A-B3CB-58C1B2219E04}" srcOrd="4" destOrd="0" presId="urn:microsoft.com/office/officeart/2016/7/layout/RepeatingBendingProcessNew"/>
    <dgm:cxn modelId="{1B4BD02D-2858-4682-ACBD-8543212E5D8F}" type="presParOf" srcId="{846C2231-6F11-46D5-893D-8A557758642D}" destId="{2A547263-4A65-4AD9-98AF-8849525F65CA}" srcOrd="5" destOrd="0" presId="urn:microsoft.com/office/officeart/2016/7/layout/RepeatingBendingProcessNew"/>
    <dgm:cxn modelId="{987DDB1F-3035-45D4-9950-1E30157BED00}" type="presParOf" srcId="{2A547263-4A65-4AD9-98AF-8849525F65CA}" destId="{49FF4CFF-8119-40A1-ACB2-3CBFE1245016}" srcOrd="0" destOrd="0" presId="urn:microsoft.com/office/officeart/2016/7/layout/RepeatingBendingProcessNew"/>
    <dgm:cxn modelId="{5BC21B86-D5DB-4DF6-BB5E-25A2C95627F2}" type="presParOf" srcId="{846C2231-6F11-46D5-893D-8A557758642D}" destId="{BE869096-0B3D-43E3-A4F8-424C5283FC6D}" srcOrd="6" destOrd="0" presId="urn:microsoft.com/office/officeart/2016/7/layout/RepeatingBendingProcessNew"/>
    <dgm:cxn modelId="{6ACFE21C-458E-4936-9253-484DF431469C}" type="presParOf" srcId="{846C2231-6F11-46D5-893D-8A557758642D}" destId="{8BBE0A01-B8F7-470A-914B-C73867E9D7B7}" srcOrd="7" destOrd="0" presId="urn:microsoft.com/office/officeart/2016/7/layout/RepeatingBendingProcessNew"/>
    <dgm:cxn modelId="{170A0897-90FA-4B4B-9434-6152B2F7655E}" type="presParOf" srcId="{8BBE0A01-B8F7-470A-914B-C73867E9D7B7}" destId="{E2EBF117-859B-4B8C-B90B-911E33CFAA03}" srcOrd="0" destOrd="0" presId="urn:microsoft.com/office/officeart/2016/7/layout/RepeatingBendingProcessNew"/>
    <dgm:cxn modelId="{BA8AF7E8-FCCA-4B77-9C7A-5D058868D7C9}" type="presParOf" srcId="{846C2231-6F11-46D5-893D-8A557758642D}" destId="{9BE59DF8-DDE8-4898-9AC0-7857FBB75FD0}" srcOrd="8" destOrd="0" presId="urn:microsoft.com/office/officeart/2016/7/layout/RepeatingBendingProcessNew"/>
    <dgm:cxn modelId="{82FB410F-0043-4332-B07A-FA48BDCB3B5A}" type="presParOf" srcId="{846C2231-6F11-46D5-893D-8A557758642D}" destId="{3C1FB72C-D027-4B5B-993D-DED375DE9648}" srcOrd="9" destOrd="0" presId="urn:microsoft.com/office/officeart/2016/7/layout/RepeatingBendingProcessNew"/>
    <dgm:cxn modelId="{841C6A94-E8B0-4A01-8C19-FEE41AC3F67F}" type="presParOf" srcId="{3C1FB72C-D027-4B5B-993D-DED375DE9648}" destId="{1A068298-08C1-4774-BC27-2FE117190CED}" srcOrd="0" destOrd="0" presId="urn:microsoft.com/office/officeart/2016/7/layout/RepeatingBendingProcessNew"/>
    <dgm:cxn modelId="{562AC4FA-F29F-48F7-B52B-53A2667633D9}" type="presParOf" srcId="{846C2231-6F11-46D5-893D-8A557758642D}" destId="{BBE79E57-DD97-4532-A2FB-5D6F2AADD74A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3D7765-50DB-4330-9C4F-E7D4E8BBE8BF}">
      <dsp:nvSpPr>
        <dsp:cNvPr id="0" name=""/>
        <dsp:cNvSpPr/>
      </dsp:nvSpPr>
      <dsp:spPr>
        <a:xfrm>
          <a:off x="0" y="4307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CF0347-88FD-4F08-999A-4581DD6408D6}">
      <dsp:nvSpPr>
        <dsp:cNvPr id="0" name=""/>
        <dsp:cNvSpPr/>
      </dsp:nvSpPr>
      <dsp:spPr>
        <a:xfrm>
          <a:off x="277554" y="210753"/>
          <a:ext cx="504644" cy="5046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6622FA-ED86-472D-BAFD-21692056AA42}">
      <dsp:nvSpPr>
        <dsp:cNvPr id="0" name=""/>
        <dsp:cNvSpPr/>
      </dsp:nvSpPr>
      <dsp:spPr>
        <a:xfrm>
          <a:off x="1059754" y="4307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Fragmented sales data</a:t>
          </a:r>
          <a:endParaRPr lang="en-US" sz="1900" kern="1200"/>
        </a:p>
      </dsp:txBody>
      <dsp:txXfrm>
        <a:off x="1059754" y="4307"/>
        <a:ext cx="3713413" cy="917536"/>
      </dsp:txXfrm>
    </dsp:sp>
    <dsp:sp modelId="{7F24F78D-2A1A-4577-AD46-3710C502611A}">
      <dsp:nvSpPr>
        <dsp:cNvPr id="0" name=""/>
        <dsp:cNvSpPr/>
      </dsp:nvSpPr>
      <dsp:spPr>
        <a:xfrm>
          <a:off x="0" y="1151227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3435F9-11E6-45C2-9777-C687240FB394}">
      <dsp:nvSpPr>
        <dsp:cNvPr id="0" name=""/>
        <dsp:cNvSpPr/>
      </dsp:nvSpPr>
      <dsp:spPr>
        <a:xfrm>
          <a:off x="277554" y="1357673"/>
          <a:ext cx="504644" cy="5046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A44D08-9652-412E-A643-47CC78EAD542}">
      <dsp:nvSpPr>
        <dsp:cNvPr id="0" name=""/>
        <dsp:cNvSpPr/>
      </dsp:nvSpPr>
      <dsp:spPr>
        <a:xfrm>
          <a:off x="1059754" y="1151227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Missing inventory visibility</a:t>
          </a:r>
          <a:endParaRPr lang="en-US" sz="1900" kern="1200"/>
        </a:p>
      </dsp:txBody>
      <dsp:txXfrm>
        <a:off x="1059754" y="1151227"/>
        <a:ext cx="3713413" cy="917536"/>
      </dsp:txXfrm>
    </dsp:sp>
    <dsp:sp modelId="{72E67A8C-5330-476C-ABE9-D29153EF7756}">
      <dsp:nvSpPr>
        <dsp:cNvPr id="0" name=""/>
        <dsp:cNvSpPr/>
      </dsp:nvSpPr>
      <dsp:spPr>
        <a:xfrm>
          <a:off x="0" y="2298147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D8301B-1684-476A-A10B-DEC81CD73578}">
      <dsp:nvSpPr>
        <dsp:cNvPr id="0" name=""/>
        <dsp:cNvSpPr/>
      </dsp:nvSpPr>
      <dsp:spPr>
        <a:xfrm>
          <a:off x="277554" y="2504593"/>
          <a:ext cx="504644" cy="5046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A53101-0F32-4979-8305-F67C8DF1ABF9}">
      <dsp:nvSpPr>
        <dsp:cNvPr id="0" name=""/>
        <dsp:cNvSpPr/>
      </dsp:nvSpPr>
      <dsp:spPr>
        <a:xfrm>
          <a:off x="1059754" y="2298147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Poor sales tracking</a:t>
          </a:r>
          <a:endParaRPr lang="en-US" sz="1900" kern="1200"/>
        </a:p>
      </dsp:txBody>
      <dsp:txXfrm>
        <a:off x="1059754" y="2298147"/>
        <a:ext cx="3713413" cy="917536"/>
      </dsp:txXfrm>
    </dsp:sp>
    <dsp:sp modelId="{35F47A6A-6FCF-40A1-A5CE-CEB8564755F3}">
      <dsp:nvSpPr>
        <dsp:cNvPr id="0" name=""/>
        <dsp:cNvSpPr/>
      </dsp:nvSpPr>
      <dsp:spPr>
        <a:xfrm>
          <a:off x="0" y="3445068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5116C7-121B-452F-AA0D-4779FE6864E0}">
      <dsp:nvSpPr>
        <dsp:cNvPr id="0" name=""/>
        <dsp:cNvSpPr/>
      </dsp:nvSpPr>
      <dsp:spPr>
        <a:xfrm>
          <a:off x="277554" y="3651513"/>
          <a:ext cx="504644" cy="5046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A07422-BC75-45DB-BD7F-78AC3148AC89}">
      <dsp:nvSpPr>
        <dsp:cNvPr id="0" name=""/>
        <dsp:cNvSpPr/>
      </dsp:nvSpPr>
      <dsp:spPr>
        <a:xfrm>
          <a:off x="1059754" y="3445068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No centralized reporting system</a:t>
          </a:r>
          <a:endParaRPr lang="en-US" sz="1900" kern="1200"/>
        </a:p>
      </dsp:txBody>
      <dsp:txXfrm>
        <a:off x="1059754" y="3445068"/>
        <a:ext cx="3713413" cy="917536"/>
      </dsp:txXfrm>
    </dsp:sp>
    <dsp:sp modelId="{6ACE52F8-62F2-429F-ACE5-9C1AFD70CB8C}">
      <dsp:nvSpPr>
        <dsp:cNvPr id="0" name=""/>
        <dsp:cNvSpPr/>
      </dsp:nvSpPr>
      <dsp:spPr>
        <a:xfrm>
          <a:off x="0" y="4591988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D6209E-5D17-484A-9E94-884318A0F255}">
      <dsp:nvSpPr>
        <dsp:cNvPr id="0" name=""/>
        <dsp:cNvSpPr/>
      </dsp:nvSpPr>
      <dsp:spPr>
        <a:xfrm>
          <a:off x="277554" y="4798433"/>
          <a:ext cx="504644" cy="5046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0FD4A0-6582-4CDC-8128-E30DC3EAB8D9}">
      <dsp:nvSpPr>
        <dsp:cNvPr id="0" name=""/>
        <dsp:cNvSpPr/>
      </dsp:nvSpPr>
      <dsp:spPr>
        <a:xfrm>
          <a:off x="1059754" y="4591988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Difficulty identifying trends</a:t>
          </a:r>
          <a:endParaRPr lang="en-US" sz="1900" kern="1200"/>
        </a:p>
      </dsp:txBody>
      <dsp:txXfrm>
        <a:off x="1059754" y="4591988"/>
        <a:ext cx="3713413" cy="91753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927D42-31DD-451A-BFB5-E04FEE503BB4}">
      <dsp:nvSpPr>
        <dsp:cNvPr id="0" name=""/>
        <dsp:cNvSpPr/>
      </dsp:nvSpPr>
      <dsp:spPr>
        <a:xfrm>
          <a:off x="1235856" y="394865"/>
          <a:ext cx="662080" cy="66208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C31AF7-2819-40AB-8BF4-D812B3EC8DD1}">
      <dsp:nvSpPr>
        <dsp:cNvPr id="0" name=""/>
        <dsp:cNvSpPr/>
      </dsp:nvSpPr>
      <dsp:spPr>
        <a:xfrm>
          <a:off x="831251" y="1306405"/>
          <a:ext cx="1471289" cy="5885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Clean retail data</a:t>
          </a:r>
        </a:p>
      </dsp:txBody>
      <dsp:txXfrm>
        <a:off x="831251" y="1306405"/>
        <a:ext cx="1471289" cy="588515"/>
      </dsp:txXfrm>
    </dsp:sp>
    <dsp:sp modelId="{CC4D883C-1D83-4612-9C41-077D224612F6}">
      <dsp:nvSpPr>
        <dsp:cNvPr id="0" name=""/>
        <dsp:cNvSpPr/>
      </dsp:nvSpPr>
      <dsp:spPr>
        <a:xfrm>
          <a:off x="2964621" y="394865"/>
          <a:ext cx="662080" cy="66208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06C44D-640B-4819-A8BF-9CB3E3559BEE}">
      <dsp:nvSpPr>
        <dsp:cNvPr id="0" name=""/>
        <dsp:cNvSpPr/>
      </dsp:nvSpPr>
      <dsp:spPr>
        <a:xfrm>
          <a:off x="2560016" y="1306405"/>
          <a:ext cx="1471289" cy="5885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Analyze sales trends</a:t>
          </a:r>
        </a:p>
      </dsp:txBody>
      <dsp:txXfrm>
        <a:off x="2560016" y="1306405"/>
        <a:ext cx="1471289" cy="588515"/>
      </dsp:txXfrm>
    </dsp:sp>
    <dsp:sp modelId="{FB6B803F-B082-47ED-A3D1-36DB37973B8D}">
      <dsp:nvSpPr>
        <dsp:cNvPr id="0" name=""/>
        <dsp:cNvSpPr/>
      </dsp:nvSpPr>
      <dsp:spPr>
        <a:xfrm>
          <a:off x="4693385" y="394865"/>
          <a:ext cx="662080" cy="66208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483210-13B0-4F98-A7D0-8F046B33AD22}">
      <dsp:nvSpPr>
        <dsp:cNvPr id="0" name=""/>
        <dsp:cNvSpPr/>
      </dsp:nvSpPr>
      <dsp:spPr>
        <a:xfrm>
          <a:off x="4288781" y="1306405"/>
          <a:ext cx="1471289" cy="5885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Identify top products</a:t>
          </a:r>
        </a:p>
      </dsp:txBody>
      <dsp:txXfrm>
        <a:off x="4288781" y="1306405"/>
        <a:ext cx="1471289" cy="588515"/>
      </dsp:txXfrm>
    </dsp:sp>
    <dsp:sp modelId="{E302364E-6A37-4A8E-AF48-16E60F8FDA07}">
      <dsp:nvSpPr>
        <dsp:cNvPr id="0" name=""/>
        <dsp:cNvSpPr/>
      </dsp:nvSpPr>
      <dsp:spPr>
        <a:xfrm>
          <a:off x="6422150" y="394865"/>
          <a:ext cx="662080" cy="66208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03512F-8C04-408D-9F5E-8617EEA00B49}">
      <dsp:nvSpPr>
        <dsp:cNvPr id="0" name=""/>
        <dsp:cNvSpPr/>
      </dsp:nvSpPr>
      <dsp:spPr>
        <a:xfrm>
          <a:off x="6017545" y="1306405"/>
          <a:ext cx="1471289" cy="5885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Create SQL reports</a:t>
          </a:r>
        </a:p>
      </dsp:txBody>
      <dsp:txXfrm>
        <a:off x="6017545" y="1306405"/>
        <a:ext cx="1471289" cy="588515"/>
      </dsp:txXfrm>
    </dsp:sp>
    <dsp:sp modelId="{6B44B699-2BA7-40C5-8ECD-C1474F30D2AA}">
      <dsp:nvSpPr>
        <dsp:cNvPr id="0" name=""/>
        <dsp:cNvSpPr/>
      </dsp:nvSpPr>
      <dsp:spPr>
        <a:xfrm>
          <a:off x="3829003" y="2262743"/>
          <a:ext cx="662080" cy="66208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D1D137-197A-4D7F-89C4-0FEC4CDFBFAE}">
      <dsp:nvSpPr>
        <dsp:cNvPr id="0" name=""/>
        <dsp:cNvSpPr/>
      </dsp:nvSpPr>
      <dsp:spPr>
        <a:xfrm>
          <a:off x="3424398" y="3174283"/>
          <a:ext cx="1471289" cy="5885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Build interactive dashboard</a:t>
          </a:r>
        </a:p>
      </dsp:txBody>
      <dsp:txXfrm>
        <a:off x="3424398" y="3174283"/>
        <a:ext cx="1471289" cy="58851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DF8D86-B6F0-4947-A277-9299158852B4}">
      <dsp:nvSpPr>
        <dsp:cNvPr id="0" name=""/>
        <dsp:cNvSpPr/>
      </dsp:nvSpPr>
      <dsp:spPr>
        <a:xfrm>
          <a:off x="0" y="2215"/>
          <a:ext cx="4988440" cy="11230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C9AD4E-985B-4E72-8C5B-8EEB4CD050C5}">
      <dsp:nvSpPr>
        <dsp:cNvPr id="0" name=""/>
        <dsp:cNvSpPr/>
      </dsp:nvSpPr>
      <dsp:spPr>
        <a:xfrm>
          <a:off x="339712" y="254894"/>
          <a:ext cx="617659" cy="6176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DC393E-263C-4B97-B45C-510399B88BC1}">
      <dsp:nvSpPr>
        <dsp:cNvPr id="0" name=""/>
        <dsp:cNvSpPr/>
      </dsp:nvSpPr>
      <dsp:spPr>
        <a:xfrm>
          <a:off x="1297085" y="2215"/>
          <a:ext cx="3691354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Excel</a:t>
          </a:r>
        </a:p>
      </dsp:txBody>
      <dsp:txXfrm>
        <a:off x="1297085" y="2215"/>
        <a:ext cx="3691354" cy="1123017"/>
      </dsp:txXfrm>
    </dsp:sp>
    <dsp:sp modelId="{504436E2-19A5-46F4-86BD-FB9B35F47A1E}">
      <dsp:nvSpPr>
        <dsp:cNvPr id="0" name=""/>
        <dsp:cNvSpPr/>
      </dsp:nvSpPr>
      <dsp:spPr>
        <a:xfrm>
          <a:off x="0" y="1405987"/>
          <a:ext cx="4988440" cy="11230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DC551E-1249-441A-B0D2-D262058E9D58}">
      <dsp:nvSpPr>
        <dsp:cNvPr id="0" name=""/>
        <dsp:cNvSpPr/>
      </dsp:nvSpPr>
      <dsp:spPr>
        <a:xfrm>
          <a:off x="339712" y="1658666"/>
          <a:ext cx="617659" cy="6176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13FCE2-8CF7-4A58-9654-BCF7A59876EB}">
      <dsp:nvSpPr>
        <dsp:cNvPr id="0" name=""/>
        <dsp:cNvSpPr/>
      </dsp:nvSpPr>
      <dsp:spPr>
        <a:xfrm>
          <a:off x="1297085" y="1405987"/>
          <a:ext cx="3691354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Python</a:t>
          </a:r>
        </a:p>
      </dsp:txBody>
      <dsp:txXfrm>
        <a:off x="1297085" y="1405987"/>
        <a:ext cx="3691354" cy="1123017"/>
      </dsp:txXfrm>
    </dsp:sp>
    <dsp:sp modelId="{B8C6EE6B-7E6B-4498-8841-0DE24E723573}">
      <dsp:nvSpPr>
        <dsp:cNvPr id="0" name=""/>
        <dsp:cNvSpPr/>
      </dsp:nvSpPr>
      <dsp:spPr>
        <a:xfrm>
          <a:off x="0" y="2809759"/>
          <a:ext cx="4988440" cy="11230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E4CE77-0061-4194-9E3C-A5819DD5F109}">
      <dsp:nvSpPr>
        <dsp:cNvPr id="0" name=""/>
        <dsp:cNvSpPr/>
      </dsp:nvSpPr>
      <dsp:spPr>
        <a:xfrm>
          <a:off x="339712" y="3062438"/>
          <a:ext cx="617659" cy="6176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781BD2-1AB0-42DA-B0CC-4ABD0D82D695}">
      <dsp:nvSpPr>
        <dsp:cNvPr id="0" name=""/>
        <dsp:cNvSpPr/>
      </dsp:nvSpPr>
      <dsp:spPr>
        <a:xfrm>
          <a:off x="1297085" y="2809759"/>
          <a:ext cx="3691354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SQL</a:t>
          </a:r>
        </a:p>
      </dsp:txBody>
      <dsp:txXfrm>
        <a:off x="1297085" y="2809759"/>
        <a:ext cx="3691354" cy="1123017"/>
      </dsp:txXfrm>
    </dsp:sp>
    <dsp:sp modelId="{F94CDD83-0CF5-4C8A-B4FB-D46AFE3564A2}">
      <dsp:nvSpPr>
        <dsp:cNvPr id="0" name=""/>
        <dsp:cNvSpPr/>
      </dsp:nvSpPr>
      <dsp:spPr>
        <a:xfrm>
          <a:off x="0" y="4213530"/>
          <a:ext cx="4988440" cy="11230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35AF1D-F189-44FB-A3B3-E0E3024E806A}">
      <dsp:nvSpPr>
        <dsp:cNvPr id="0" name=""/>
        <dsp:cNvSpPr/>
      </dsp:nvSpPr>
      <dsp:spPr>
        <a:xfrm>
          <a:off x="339712" y="4466209"/>
          <a:ext cx="617659" cy="6176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9D2429-1619-4648-A1F4-5967B20D1FBE}">
      <dsp:nvSpPr>
        <dsp:cNvPr id="0" name=""/>
        <dsp:cNvSpPr/>
      </dsp:nvSpPr>
      <dsp:spPr>
        <a:xfrm>
          <a:off x="1297085" y="4213530"/>
          <a:ext cx="3691354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GitHub</a:t>
          </a:r>
        </a:p>
      </dsp:txBody>
      <dsp:txXfrm>
        <a:off x="1297085" y="4213530"/>
        <a:ext cx="3691354" cy="112301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D06AEC-F893-4B82-9888-AB6B5365BFBB}">
      <dsp:nvSpPr>
        <dsp:cNvPr id="0" name=""/>
        <dsp:cNvSpPr/>
      </dsp:nvSpPr>
      <dsp:spPr>
        <a:xfrm>
          <a:off x="2240516" y="820988"/>
          <a:ext cx="48489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91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70074" y="864131"/>
        <a:ext cx="25774" cy="5154"/>
      </dsp:txXfrm>
    </dsp:sp>
    <dsp:sp modelId="{1CE60A4B-39F1-4735-8071-28F6A5A6CCD7}">
      <dsp:nvSpPr>
        <dsp:cNvPr id="0" name=""/>
        <dsp:cNvSpPr/>
      </dsp:nvSpPr>
      <dsp:spPr>
        <a:xfrm>
          <a:off x="1049" y="194328"/>
          <a:ext cx="2241266" cy="1344759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9824" tIns="115280" rIns="109824" bIns="11528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/>
            <a:t>GitHub setup</a:t>
          </a:r>
          <a:endParaRPr lang="en-US" sz="2900" kern="1200"/>
        </a:p>
      </dsp:txBody>
      <dsp:txXfrm>
        <a:off x="1049" y="194328"/>
        <a:ext cx="2241266" cy="1344759"/>
      </dsp:txXfrm>
    </dsp:sp>
    <dsp:sp modelId="{FF570E71-4AA0-4B56-A71F-A20C33E9FB31}">
      <dsp:nvSpPr>
        <dsp:cNvPr id="0" name=""/>
        <dsp:cNvSpPr/>
      </dsp:nvSpPr>
      <dsp:spPr>
        <a:xfrm>
          <a:off x="1121683" y="1537288"/>
          <a:ext cx="2756757" cy="484891"/>
        </a:xfrm>
        <a:custGeom>
          <a:avLst/>
          <a:gdLst/>
          <a:ahLst/>
          <a:cxnLst/>
          <a:rect l="0" t="0" r="0" b="0"/>
          <a:pathLst>
            <a:path>
              <a:moveTo>
                <a:pt x="2756757" y="0"/>
              </a:moveTo>
              <a:lnTo>
                <a:pt x="2756757" y="259545"/>
              </a:lnTo>
              <a:lnTo>
                <a:pt x="0" y="259545"/>
              </a:lnTo>
              <a:lnTo>
                <a:pt x="0" y="484891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29948" y="1777156"/>
        <a:ext cx="140227" cy="5154"/>
      </dsp:txXfrm>
    </dsp:sp>
    <dsp:sp modelId="{DC4F91A2-C3E6-4A46-82AF-8922A0F9D8A5}">
      <dsp:nvSpPr>
        <dsp:cNvPr id="0" name=""/>
        <dsp:cNvSpPr/>
      </dsp:nvSpPr>
      <dsp:spPr>
        <a:xfrm>
          <a:off x="2757807" y="194328"/>
          <a:ext cx="2241266" cy="1344759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9824" tIns="115280" rIns="109824" bIns="11528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/>
            <a:t>Dataset import</a:t>
          </a:r>
          <a:endParaRPr lang="en-US" sz="2900" kern="1200"/>
        </a:p>
      </dsp:txBody>
      <dsp:txXfrm>
        <a:off x="2757807" y="194328"/>
        <a:ext cx="2241266" cy="1344759"/>
      </dsp:txXfrm>
    </dsp:sp>
    <dsp:sp modelId="{2A547263-4A65-4AD9-98AF-8849525F65CA}">
      <dsp:nvSpPr>
        <dsp:cNvPr id="0" name=""/>
        <dsp:cNvSpPr/>
      </dsp:nvSpPr>
      <dsp:spPr>
        <a:xfrm>
          <a:off x="2240516" y="2681240"/>
          <a:ext cx="48489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91" y="45720"/>
              </a:lnTo>
            </a:path>
          </a:pathLst>
        </a:custGeom>
        <a:noFill/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70074" y="2724382"/>
        <a:ext cx="25774" cy="5154"/>
      </dsp:txXfrm>
    </dsp:sp>
    <dsp:sp modelId="{443BBF6B-7795-443A-B3CB-58C1B2219E04}">
      <dsp:nvSpPr>
        <dsp:cNvPr id="0" name=""/>
        <dsp:cNvSpPr/>
      </dsp:nvSpPr>
      <dsp:spPr>
        <a:xfrm>
          <a:off x="1049" y="2054580"/>
          <a:ext cx="2241266" cy="1344759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9824" tIns="115280" rIns="109824" bIns="11528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/>
            <a:t>Data cleaning</a:t>
          </a:r>
          <a:endParaRPr lang="en-US" sz="2900" kern="1200"/>
        </a:p>
      </dsp:txBody>
      <dsp:txXfrm>
        <a:off x="1049" y="2054580"/>
        <a:ext cx="2241266" cy="1344759"/>
      </dsp:txXfrm>
    </dsp:sp>
    <dsp:sp modelId="{8BBE0A01-B8F7-470A-914B-C73867E9D7B7}">
      <dsp:nvSpPr>
        <dsp:cNvPr id="0" name=""/>
        <dsp:cNvSpPr/>
      </dsp:nvSpPr>
      <dsp:spPr>
        <a:xfrm>
          <a:off x="1121683" y="3397539"/>
          <a:ext cx="2756757" cy="484891"/>
        </a:xfrm>
        <a:custGeom>
          <a:avLst/>
          <a:gdLst/>
          <a:ahLst/>
          <a:cxnLst/>
          <a:rect l="0" t="0" r="0" b="0"/>
          <a:pathLst>
            <a:path>
              <a:moveTo>
                <a:pt x="2756757" y="0"/>
              </a:moveTo>
              <a:lnTo>
                <a:pt x="2756757" y="259545"/>
              </a:lnTo>
              <a:lnTo>
                <a:pt x="0" y="259545"/>
              </a:lnTo>
              <a:lnTo>
                <a:pt x="0" y="484891"/>
              </a:lnTo>
            </a:path>
          </a:pathLst>
        </a:cu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29948" y="3637408"/>
        <a:ext cx="140227" cy="5154"/>
      </dsp:txXfrm>
    </dsp:sp>
    <dsp:sp modelId="{BE869096-0B3D-43E3-A4F8-424C5283FC6D}">
      <dsp:nvSpPr>
        <dsp:cNvPr id="0" name=""/>
        <dsp:cNvSpPr/>
      </dsp:nvSpPr>
      <dsp:spPr>
        <a:xfrm>
          <a:off x="2757807" y="2054580"/>
          <a:ext cx="2241266" cy="1344759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9824" tIns="115280" rIns="109824" bIns="11528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/>
            <a:t>Remove null values</a:t>
          </a:r>
          <a:endParaRPr lang="en-US" sz="2900" kern="1200"/>
        </a:p>
      </dsp:txBody>
      <dsp:txXfrm>
        <a:off x="2757807" y="2054580"/>
        <a:ext cx="2241266" cy="1344759"/>
      </dsp:txXfrm>
    </dsp:sp>
    <dsp:sp modelId="{3C1FB72C-D027-4B5B-993D-DED375DE9648}">
      <dsp:nvSpPr>
        <dsp:cNvPr id="0" name=""/>
        <dsp:cNvSpPr/>
      </dsp:nvSpPr>
      <dsp:spPr>
        <a:xfrm>
          <a:off x="2240516" y="4541491"/>
          <a:ext cx="48489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91" y="45720"/>
              </a:lnTo>
            </a:path>
          </a:pathLst>
        </a:custGeom>
        <a:noFill/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70074" y="4584633"/>
        <a:ext cx="25774" cy="5154"/>
      </dsp:txXfrm>
    </dsp:sp>
    <dsp:sp modelId="{9BE59DF8-DDE8-4898-9AC0-7857FBB75FD0}">
      <dsp:nvSpPr>
        <dsp:cNvPr id="0" name=""/>
        <dsp:cNvSpPr/>
      </dsp:nvSpPr>
      <dsp:spPr>
        <a:xfrm>
          <a:off x="1049" y="3914831"/>
          <a:ext cx="2241266" cy="1344759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9824" tIns="115280" rIns="109824" bIns="11528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/>
            <a:t>Remove duplicates</a:t>
          </a:r>
          <a:endParaRPr lang="en-US" sz="2900" kern="1200"/>
        </a:p>
      </dsp:txBody>
      <dsp:txXfrm>
        <a:off x="1049" y="3914831"/>
        <a:ext cx="2241266" cy="1344759"/>
      </dsp:txXfrm>
    </dsp:sp>
    <dsp:sp modelId="{BBE79E57-DD97-4532-A2FB-5D6F2AADD74A}">
      <dsp:nvSpPr>
        <dsp:cNvPr id="0" name=""/>
        <dsp:cNvSpPr/>
      </dsp:nvSpPr>
      <dsp:spPr>
        <a:xfrm>
          <a:off x="2757807" y="3914831"/>
          <a:ext cx="2241266" cy="1344759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9824" tIns="115280" rIns="109824" bIns="11528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/>
            <a:t>Standardize date formats</a:t>
          </a:r>
          <a:endParaRPr lang="en-US" sz="2900" kern="1200"/>
        </a:p>
      </dsp:txBody>
      <dsp:txXfrm>
        <a:off x="2757807" y="3914831"/>
        <a:ext cx="2241266" cy="134475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548176" cy="6858000"/>
            <a:chOff x="651279" y="598259"/>
            <a:chExt cx="10889442" cy="5680742"/>
          </a:xfrm>
        </p:grpSpPr>
        <p:sp>
          <p:nvSpPr>
            <p:cNvPr id="40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788" y="841248"/>
            <a:ext cx="3847200" cy="5340097"/>
          </a:xfrm>
        </p:spPr>
        <p:txBody>
          <a:bodyPr anchor="ctr">
            <a:normAutofit/>
          </a:bodyPr>
          <a:lstStyle/>
          <a:p>
            <a:pPr algn="l"/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Omnichannel Retail Sales and Inventory Analytics Dashboard</a:t>
            </a:r>
            <a:br>
              <a:rPr lang="en-US" sz="4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200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8307" y="841247"/>
            <a:ext cx="3363402" cy="534009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INFOTACT DATA ANALYTICS</a:t>
            </a:r>
          </a:p>
          <a:p>
            <a:pPr marL="0" indent="0">
              <a:buNone/>
            </a:pPr>
            <a:endParaRPr lang="en-US" sz="16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NAME : 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MANSI 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HRUSIKESH 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ADITYA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 b="1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</p:txBody>
      </p:sp>
      <p:sp>
        <p:nvSpPr>
          <p:cNvPr id="25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sz="1700"/>
              <a:t> </a:t>
            </a:r>
            <a:r>
              <a:rPr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Retail businesses use online and offline sales systems.</a:t>
            </a:r>
          </a:p>
          <a:p>
            <a:pPr marL="0" indent="0">
              <a:buNone/>
            </a:pPr>
            <a:r>
              <a:rPr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 Data is scattered across multiple platforms.</a:t>
            </a:r>
          </a:p>
          <a:p>
            <a:pPr marL="0" indent="0">
              <a:buNone/>
            </a:pPr>
            <a:r>
              <a:rPr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 Businesses face inventory and reporting issues.</a:t>
            </a:r>
            <a:endParaRPr lang="en-US" sz="17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 Project builds centralized analytics dashboard</a:t>
            </a:r>
            <a:r>
              <a:rPr sz="1700"/>
              <a:t>.</a:t>
            </a:r>
          </a:p>
        </p:txBody>
      </p:sp>
      <p:pic>
        <p:nvPicPr>
          <p:cNvPr id="26" name="Picture 25" descr="Graph">
            <a:extLst>
              <a:ext uri="{FF2B5EF4-FFF2-40B4-BE49-F238E27FC236}">
                <a16:creationId xmlns:a16="http://schemas.microsoft.com/office/drawing/2014/main" id="{ED3C99BC-2E11-275E-2831-E7F4DF0D10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510" r="34776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n-US" sz="3500" b="1"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1519073-CCD8-CEB6-F7D0-62BC8A98AF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5672307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A11688B-0A27-4E86-8D55-76F71ADF2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84A868B-654E-447C-8D9C-0F9328308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E43F5E5-7E34-4029-B18F-CAED020868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59931FA-11DF-4781-8AAD-FEE88674F7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40F88E6C-5782-452A-8C4F-9D2C2EAC8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617" cy="31416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3148" y="365125"/>
            <a:ext cx="8317705" cy="1325563"/>
          </a:xfrm>
        </p:spPr>
        <p:txBody>
          <a:bodyPr>
            <a:normAutofit/>
          </a:bodyPr>
          <a:lstStyle/>
          <a:p>
            <a:r>
              <a:rPr lang="en-US" sz="3500" b="1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E083C848-2166-F1DB-67E2-7E3E977B86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2238086"/>
              </p:ext>
            </p:extLst>
          </p:nvPr>
        </p:nvGraphicFramePr>
        <p:xfrm>
          <a:off x="410766" y="2133600"/>
          <a:ext cx="8320087" cy="4157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9926" y="1371600"/>
            <a:ext cx="3396984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0705" y="685801"/>
            <a:ext cx="2621145" cy="5491162"/>
          </a:xfrm>
        </p:spPr>
        <p:txBody>
          <a:bodyPr>
            <a:normAutofit/>
          </a:bodyPr>
          <a:lstStyle/>
          <a:p>
            <a:r>
              <a:rPr lang="en-US" sz="340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B30A380-247F-498A-9E40-54588322D8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1999779"/>
              </p:ext>
            </p:extLst>
          </p:nvPr>
        </p:nvGraphicFramePr>
        <p:xfrm>
          <a:off x="3526910" y="838199"/>
          <a:ext cx="4988440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/>
            <a:r>
              <a:rPr lang="en-US" sz="35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Week 1 Activities</a:t>
            </a:r>
          </a:p>
        </p:txBody>
      </p: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D8E686C8-874F-23A0-07FF-CD63D4D8AF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7832182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!!Rectangle">
            <a:extLst>
              <a:ext uri="{FF2B5EF4-FFF2-40B4-BE49-F238E27FC236}">
                <a16:creationId xmlns:a16="http://schemas.microsoft.com/office/drawing/2014/main" id="{D5997EA8-5EFC-40CD-A85F-C3C3BC5F9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erson writing on a notepad">
            <a:extLst>
              <a:ext uri="{FF2B5EF4-FFF2-40B4-BE49-F238E27FC236}">
                <a16:creationId xmlns:a16="http://schemas.microsoft.com/office/drawing/2014/main" id="{90903598-AE7D-33D4-BC20-ABE58377F0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81" b="2682"/>
          <a:stretch>
            <a:fillRect/>
          </a:stretch>
        </p:blipFill>
        <p:spPr>
          <a:xfrm>
            <a:off x="20" y="10"/>
            <a:ext cx="9143979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1CF6A1EC-BD15-42D9-A339-A3970CF7C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812" y="4218905"/>
            <a:ext cx="8375585" cy="2089317"/>
          </a:xfrm>
          <a:prstGeom prst="rect">
            <a:avLst/>
          </a:prstGeom>
          <a:solidFill>
            <a:schemeClr val="bg1">
              <a:alpha val="95000"/>
            </a:schemeClr>
          </a:solidFill>
          <a:ln w="12700">
            <a:solidFill>
              <a:srgbClr val="EFEFEF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8670" y="4498848"/>
            <a:ext cx="2708910" cy="1536192"/>
          </a:xfrm>
        </p:spPr>
        <p:txBody>
          <a:bodyPr>
            <a:normAutofit/>
          </a:bodyPr>
          <a:lstStyle/>
          <a:p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Week 2 Activities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720C27D-5C39-492B-BD68-C220C0F83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806" y="4911519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4F3394A-A959-460A-ACF9-5FA682C76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99776" y="5256704"/>
            <a:ext cx="1463040" cy="13716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1869" y="4498848"/>
            <a:ext cx="4545767" cy="1536192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SQL database setup</a:t>
            </a:r>
          </a:p>
          <a:p>
            <a:pPr>
              <a:lnSpc>
                <a:spcPct val="90000"/>
              </a:lnSpc>
            </a:pP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 Table creation</a:t>
            </a:r>
          </a:p>
          <a:p>
            <a:pPr>
              <a:lnSpc>
                <a:spcPct val="90000"/>
              </a:lnSpc>
            </a:pP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 SQL aggregation queries</a:t>
            </a:r>
          </a:p>
          <a:p>
            <a:pPr>
              <a:lnSpc>
                <a:spcPct val="90000"/>
              </a:lnSpc>
            </a:pP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 Revenue analysis</a:t>
            </a:r>
          </a:p>
          <a:p>
            <a:pPr>
              <a:lnSpc>
                <a:spcPct val="90000"/>
              </a:lnSpc>
            </a:pP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 Product analysis</a:t>
            </a:r>
          </a:p>
          <a:p>
            <a:pPr>
              <a:lnSpc>
                <a:spcPct val="90000"/>
              </a:lnSpc>
            </a:pP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 City-wise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833" y="2324912"/>
            <a:ext cx="3942413" cy="3446301"/>
          </a:xfrm>
        </p:spPr>
        <p:txBody>
          <a:bodyPr anchor="ctr">
            <a:normAutofit/>
          </a:bodyPr>
          <a:lstStyle/>
          <a:p>
            <a:r>
              <a:rPr lang="en-US" sz="1600" dirty="0"/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completed Week 1 and Week 2 tasks.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Cleaned and analyzed retail sales data.</a:t>
            </a:r>
          </a:p>
          <a:p>
            <a:pPr marL="0" indent="0">
              <a:buNone/>
            </a:pPr>
            <a:endParaRPr lang="en-US" sz="1700" dirty="0"/>
          </a:p>
        </p:txBody>
      </p:sp>
      <p:pic>
        <p:nvPicPr>
          <p:cNvPr id="5" name="Picture 4" descr="A hand holding a pen and shading circles on a sheet">
            <a:extLst>
              <a:ext uri="{FF2B5EF4-FFF2-40B4-BE49-F238E27FC236}">
                <a16:creationId xmlns:a16="http://schemas.microsoft.com/office/drawing/2014/main" id="{544034FD-8E67-9157-DFFB-51D67A67AE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797" r="18326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1417" y="1138036"/>
            <a:ext cx="4083287" cy="1402470"/>
          </a:xfrm>
        </p:spPr>
        <p:txBody>
          <a:bodyPr anchor="t">
            <a:normAutofit/>
          </a:bodyPr>
          <a:lstStyle/>
          <a:p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pic>
        <p:nvPicPr>
          <p:cNvPr id="5" name="Picture 4" descr="Wood human figure">
            <a:extLst>
              <a:ext uri="{FF2B5EF4-FFF2-40B4-BE49-F238E27FC236}">
                <a16:creationId xmlns:a16="http://schemas.microsoft.com/office/drawing/2014/main" id="{A2903D90-754C-1462-68E3-E5DFF21656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912" r="56485" b="-1"/>
          <a:stretch>
            <a:fillRect/>
          </a:stretch>
        </p:blipFill>
        <p:spPr>
          <a:xfrm>
            <a:off x="20" y="10"/>
            <a:ext cx="3863363" cy="685799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478772" y="871146"/>
            <a:ext cx="552705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01417" y="2551176"/>
            <a:ext cx="4083287" cy="3591207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 &amp; Answers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159</Words>
  <Application>Microsoft Office PowerPoint</Application>
  <PresentationFormat>On-screen Show (4:3)</PresentationFormat>
  <Paragraphs>48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Times New Roman</vt:lpstr>
      <vt:lpstr>Office Theme</vt:lpstr>
      <vt:lpstr>Omnichannel Retail Sales and Inventory Analytics Dashboard </vt:lpstr>
      <vt:lpstr>Project Overview</vt:lpstr>
      <vt:lpstr>Business Problem</vt:lpstr>
      <vt:lpstr>Project Objectives</vt:lpstr>
      <vt:lpstr>Technologies Used</vt:lpstr>
      <vt:lpstr>Week 1 Activities</vt:lpstr>
      <vt:lpstr>Week 2 Activities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 PC</dc:creator>
  <cp:keywords/>
  <dc:description>generated using python-pptx</dc:description>
  <cp:lastModifiedBy>mansi sharma</cp:lastModifiedBy>
  <cp:revision>2</cp:revision>
  <dcterms:created xsi:type="dcterms:W3CDTF">2013-01-27T09:14:16Z</dcterms:created>
  <dcterms:modified xsi:type="dcterms:W3CDTF">2026-05-14T15:08:20Z</dcterms:modified>
  <cp:category/>
</cp:coreProperties>
</file>